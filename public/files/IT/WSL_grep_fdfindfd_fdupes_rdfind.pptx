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592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 명령어 &amp; 패키지 정리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19312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  ·  fdfind (fd)  ·  fdupes  ·  rdfind</a:t>
            </a:r>
            <a:endParaRPr lang="en-US" sz="4000" b="1" dirty="0">
              <a:solidFill>
                <a:srgbClr val="00B0F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76449" y="4251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예제와 옵션, 비교표로 보는 리눅스 검색·중복파일 도구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파일/스트림에서 패턴을 검색하는 기본 텍스트 검색 도구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 — 기본 문법과 검색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grep은 파일이나 입력 스트림에서 특정 패턴(문자열, 정규표현식)을 검색하는 명령어입니다.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문법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[옵션] "검색패턴" 파일명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검색 예시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1247120" cy="28346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파일에서 "error" 문자열이 포함된 줄 찾기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"error" app.log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예시 출력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2026-08-11 10:23:01 error: connection timeout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2026-08-11 10:25:44 error: invalid token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 — 자주 쓰는 옵션 ①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099677"/>
              </p:ext>
            </p:extLst>
          </p:nvPr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-i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대소문자 구분 없이 검색 (ERROR, Error, error 모두 매칭)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-n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일치하는 줄의 번호 표시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-r / -R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디렉터리 재귀 검색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-v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패턴이 없는 줄만 출력 (반전 검색)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-c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일치하는 줄의 개수만 출력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-l / -L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패턴이 있는/없는 파일명만 출력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-w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단위로 정확히 일치하는 경우만 검색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 — 앞뒤 문맥 출력 (-A, -B, -C)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79"/>
            <a:ext cx="11247120" cy="3656561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일치한 줄 뒤로 3줄 더 출력 (After)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-A 3 "Traceback" error.log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일치한 줄 앞으로 2줄 출력 (Before)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-B 2 "Traceback" error.log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앞뒤로 각각 2줄씩 출력 (Context)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2 "Traceback" error.log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5302473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8E5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594360" y="5302473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A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-A(After) / -B(Before) / -C(Context) 는 로그 분석 시 원인 파악에 매우 유용합니다.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 — 정규표현식 활용 (-E)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48056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"error" 또는 "warning"이 포함된 줄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"error|warning" app.log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이메일 형식 찾기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"[a-zA-Z0-9._%+-]+@[a-zA-Z0-9.-]+\.[a-zA-Z]{2,}" contacts.txt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숫자로 시작하는 줄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"^[0-9]" data.txt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IP 주소 패턴 찾기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"([0-9]{1,3}\.){3}[0-9]{1,3}" access.log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 — 실전 활용 예제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522351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특정 프로세스 찾기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| grep "python"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여러 파일 확장자에서 검색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 --include="*.py" "def calculate" ./project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특정 패턴 제외하고 검색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 --exclude="*.log" "TODO" ./project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여러 패턴을 파일로 관리해서 검색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-f patterns.txt data.txt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CSV 파일에서 특정 컬럼 값 찾기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"FAIL" diagnostic_data.csv | head -20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6) git 커밋 이력에서 검색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-p | grep -n "deprecated_function"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 — 옵션 조합 &amp; 종류 비교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59"/>
            <a:ext cx="11247120" cy="2216381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대소문자 무시 + 줄번호 + 재귀 검색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-rin "connection refused" ./logs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정확한 단어 매칭 + 앞뒤 문맥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-w -C 2 "timeout" server.log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820336"/>
              </p:ext>
            </p:extLst>
          </p:nvPr>
        </p:nvGraphicFramePr>
        <p:xfrm>
          <a:off x="457200" y="3899703"/>
          <a:ext cx="11247120" cy="19202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grep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정규표현식(BRE)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grep -E (= egrep)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 정규표현식(ERE), |, +, ? 사용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grep -F (= fgrep)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정규식 아닌 순수 문자열 검색 (속도 빠름)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 (fd)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find의 대체 도구 — 더 빠르고 직관적인 파일 검색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7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 — 개요 및 기본 문법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fdfind(fd)는 find의 대체 도구로, 더 빠르고 직관적인 문법을 가진 파일/디렉터리 검색 프로그램입니다.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362888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FF8E5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594360" y="23628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A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Ubuntu/Debian에서는 이름 충돌로 fdfind로 설치됩니다 (alias fd='fdfind' 로 별칭 설정 가능).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229486"/>
            <a:ext cx="11247120" cy="173736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[옵션] [패턴] [검색경로]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검색 (현재 디렉터리에서 "config" 포함 파일/디렉터리)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config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5104006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grep과 달리 기본적으로 .gitignore, 숨김 파일, node_modules 등을 자동으로 제외합니다.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7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 — 자주 쓰는 옵션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114761"/>
              </p:ext>
            </p:extLst>
          </p:nvPr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-e (--extension)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확장자로 검색 (여러 번 지정 가능)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-t (--type)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 지정: f(파일) d(디렉터리) l(심볼릭링크) x(실행파일)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-H (--hidden)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숨김 파일 포함 검색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-I (--no-ignore)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.gitignore 규칙 무시하고 전체 검색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-i / -s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대소문자 무시 / 대소문자 구분 강제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-d (--max-depth)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깊이 제한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-x / -X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찾은 결과 각각에 / 전체에 명령 실행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-g (--glob)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정규식 대신 글롭(와일드카드) 패턴 사용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7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 — 실전 활용 예제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1"/>
            <a:ext cx="11247120" cy="5238056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확장자 필터 + 크기순 정렬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-e csv -x ls -lh {} \; | sort -k5 -h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대용량 CSV 파일 찾기 (예: 진단 데이터)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-e csv "diagnostic" ./data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특정 디렉터리 제외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-E "node_modules" -E "__pycache__" -e py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최근 변경된 파일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--changed-within 1d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--changed-within 2weeks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파일 크기로 필터링 (10MB 이상 / 1KB 미만)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-S +10M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-S -1k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6) grep과 파이프 연결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-e py -X grep -l "import torch"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7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fdfind — 옵션 조합 &amp; find 대비 장점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59"/>
            <a:ext cx="11247120" cy="2330681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숨김 파일 포함 + gitignore 무시 + 확장자 + 제외 디렉터리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-H -I -e py -E venv -E __pycache__ "test_"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최근 수정된 설정 파일 백업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fdfind -e yaml -e json --changed-within 1d -x cp {} ./backup/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566354"/>
              </p:ext>
            </p:extLst>
          </p:nvPr>
        </p:nvGraphicFramePr>
        <p:xfrm>
          <a:off x="457200" y="4002576"/>
          <a:ext cx="1124712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find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fdfind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속도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처리로 빠름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문법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복잡(-name, -iname 등)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직관적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제외 규칙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.gitignore·숨김파일 자동 제외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정규표현식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미지원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지원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fdupes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파일을 찾아 정리하는 도구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fdupes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fdupes — 개요, 설치, 기본 사용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fdupes는 중복 파일을 찾아주는 도구입니다. 중복 그룹별로 결과를 표준 출력으로 보여줍니다.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94804"/>
            <a:ext cx="11247120" cy="4443155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fdupes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문법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fdupes [옵션] 디렉터리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사용 (현재 디렉터리, 비재귀)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fdupes .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예시 출력 (중복 그룹은 빈 줄로 구분)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./photos/image1.jpg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./backup/image1_copy.jpg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fdupes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fdupes — 자주 쓰는 옵션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737346"/>
              </p:ext>
            </p:extLst>
          </p:nvPr>
        </p:nvGraphicFramePr>
        <p:xfrm>
          <a:off x="457200" y="1554480"/>
          <a:ext cx="11247120" cy="3931921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-r (--recurse)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 디렉터리까지 재귀 검색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-R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 인자 이후 디렉터리만 재귀 검색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-n (--noempty)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파일(0바이트) 제외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-s (--symlinks)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심볼릭 링크도 검사 대상에 포함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-q (--quiet)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상태 메시지 숨김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-f (--omitfirst)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그룹의 첫 번째 파일은 목록에서 제외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41765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FF8E5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3"/>
          <p:cNvSpPr/>
          <p:nvPr/>
        </p:nvSpPr>
        <p:spPr>
          <a:xfrm>
            <a:off x="594360" y="5841765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A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-d 옵션은 대화형 삭제로, 실수로 원본까지 삭제될 수 있으니 반드시 백업 후 사용하세요.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fdupes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fdupes — 실전 활용 예제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1"/>
            <a:ext cx="11247120" cy="5270268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중복 파일 개수/용량 요약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fdupes -r -m ./data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128 duplicate files (in 42 sets), occupying 3.4 megabytes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중복 파일을 대화형으로 골라서 삭제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fdupes -r -d ./data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첫 번째 파일 자동 보존, 나머지 자동 삭제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fdupes -r -d -N ./data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중복 목록만 파일로 저장 (삭제 없음)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fdupes -rf ./data &gt; duplicates_to_review.txt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크기순 정렬 출력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fdupes -r --order=size ./data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6) 하드링크로 변환 (삭제 없이 용량 절약)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fdupes -r -L ./data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rdfind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 비교 기반의 중복 파일 검색·정리 도구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7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rdfind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rdfind — 개요, 설치, 기본 사용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39931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rdfind 역시 중복 파일을 찾아주는 도구이며, 기본적으로 재귀 검색이고 여러 디렉터리를 동시에 지정할 수 있습니다.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87826"/>
            <a:ext cx="11247120" cy="3633706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rdfind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문법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rdfind [옵션] 디렉터리1 [디렉터리2 ...]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사용 (결과는 results.txt 로 저장됨)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rdfind ./data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results.txt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7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rdfind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rdfind — 자주 쓰는 옵션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630129"/>
              </p:ext>
            </p:extLst>
          </p:nvPr>
        </p:nvGraphicFramePr>
        <p:xfrm>
          <a:off x="457200" y="1554479"/>
          <a:ext cx="11247120" cy="4680063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-dryrun true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변경 없이 시뮬레이션만 수행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-removeidentinode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inode(하드링크) 파일을 중복으로 취급할지 여부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-ignoreempty true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파일 무시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-minsize N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크기(바이트) 이하 파일 제외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-deleteduplicates true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파일 실제 삭제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-makesymlinks true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파일을 심볼릭 링크로 치환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-makehardlinks true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파일을 하드링크로 치환 (용량 절약)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-outputname 파일명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파일명 지정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AF7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rdfind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rdfind — 우선순위 지정 &amp; 실전 예제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디렉터리를 순서대로 지정하면, 먼저 지정한 디렉터리의 파일을 원본(우선순위 높음)으로 취급합니다.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974274"/>
            <a:ext cx="11247120" cy="468630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originals를 원본으로, backup의 동일 파일을 중복으로 판단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rdfind ./originals ./backup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안전하게 먼저 결과만 확인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rdfind -dryrun true ./data &amp;&amp; cat results.txt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결과 확인 후 실제 삭제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rdfind -deleteduplicates true ./data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백업 폴더 용량 절약을 위한 하드링크 전환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rdfind -makehardlinks true ./backup_2025 ./backup_2026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큰 파일 위주 검사 (예: 사진/동영상)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rdfind -minsize 1000000 ./photos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FF8E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fdupes vs rdfind — 비교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815116"/>
              </p:ext>
            </p:extLst>
          </p:nvPr>
        </p:nvGraphicFramePr>
        <p:xfrm>
          <a:off x="457200" y="1554480"/>
          <a:ext cx="11247120" cy="480995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fdupes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rdfind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확인 방식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출력(그룹별)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results.txt 파일로 저장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방식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대화형(-d) / 자동(-N)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 일괄 삭제(-deleteduplicates)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하드링크 변환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(-L)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(-makehardlinks)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심볼릭링크 변환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미지원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(-makesymlinks)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우선순위 지정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제한적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디렉터리 순서로 명확히 지정 가능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1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dry-run 시뮬레이션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(-dryrun true)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1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처리 성능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준수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해시 비교 방식, 대용량에 유리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FF8E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추천 워크플로우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3346912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</a:ln>
        </p:spPr>
        <p:txBody>
          <a:bodyPr wrap="square" lIns="127000" tIns="152400" rIns="1524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1단계: rdfind로 먼저 안전하게 시뮬레이션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rdfind -dryrun true ./data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2단계: results.txt 검토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results.txt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3단계: 문제 없으면 fdupes로 대화형 삭제 (더 세밀한 선택)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fdupes -rd ./data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512895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FF8E5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594360" y="512895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A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도구 모두 삭제 옵션은 되돌릴 수 없으니, 실행 전 -dryrun 또는 목록 출력으로 반드시 먼저 확인하세요.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1741</Words>
  <Application>Microsoft Office PowerPoint</Application>
  <PresentationFormat>와이드스크린</PresentationFormat>
  <Paragraphs>336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상길 최</cp:lastModifiedBy>
  <cp:revision>5</cp:revision>
  <dcterms:created xsi:type="dcterms:W3CDTF">2026-08-11T03:29:46Z</dcterms:created>
  <dcterms:modified xsi:type="dcterms:W3CDTF">2026-08-11T04:52:02Z</dcterms:modified>
</cp:coreProperties>
</file>
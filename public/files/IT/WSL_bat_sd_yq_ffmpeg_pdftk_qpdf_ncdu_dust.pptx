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7724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CLI 도구 정리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357303"/>
            <a:ext cx="10515600" cy="1074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B0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  ·  sd  ·  yq  ·  ffmpeg  ·  pdftk  ·  qpdf  ·  ncdu  ·  dust</a:t>
            </a:r>
            <a:endParaRPr lang="en-US" sz="3600" dirty="0">
              <a:solidFill>
                <a:srgbClr val="00B0F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709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예제와 옵션으로 보는 파일 뷰어·치환·데이터·미디어·PDF·디스크 분석 도구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cat의 업그레이드 버전 — 문법 하이라이팅을 지원하는 파일 뷰어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bat은 문법 하이라이팅, 줄 번호, git diff 표시를 지원하는 cat의 대체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[옵션] 파일명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1363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547872"/>
            <a:ext cx="11247120" cy="275941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547872"/>
            <a:ext cx="11247120" cy="275941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기본 사용 (문법 하이라이팅 자동 적용)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main.py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여러 파일을 한 번에 보기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*.md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페이저 없이 출력 (스크립트에서 활용할 때)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--paging=never config.yaml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 — 자주 쓰는 옵션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385823"/>
              </p:ext>
            </p:extLst>
          </p:nvPr>
        </p:nvGraphicFramePr>
        <p:xfrm>
          <a:off x="457200" y="1656307"/>
          <a:ext cx="11247120" cy="4469136"/>
        </p:xfrm>
        <a:graphic>
          <a:graphicData uri="http://schemas.openxmlformats.org/drawingml/2006/table">
            <a:tbl>
              <a:tblPr/>
              <a:tblGrid>
                <a:gridCol w="33614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56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--line-range N:M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줄 범위만 표시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--paging=never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페이저 없이 바로 출력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--diff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git diff 스타일로 변경 부분 표시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--theme &lt;이름&gt;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색상 테마 지정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--list-themes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가능한 테마 목록 확인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384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-p / --plain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줄 번호·꾸밈 없이 출력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78376"/>
            <a:ext cx="11247120" cy="4406785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000"/>
          </a:p>
        </p:txBody>
      </p:sp>
      <p:sp>
        <p:nvSpPr>
          <p:cNvPr id="6" name="Text 4"/>
          <p:cNvSpPr/>
          <p:nvPr/>
        </p:nvSpPr>
        <p:spPr>
          <a:xfrm>
            <a:off x="457200" y="1578377"/>
            <a:ext cx="11247120" cy="44805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특정 줄 범위만 보기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--line-range 10:30 script.js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git diff 스타일로 변경 비교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--diff old.txt new.txt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테마 변경해서 보기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 --theme="Monokai Extended" app.js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grep 결과를 하이라이팅해서 보기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grep -l "TODO" *.py | xargs bat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sed보다 직관적인 문법의 문자열 치환 도구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sd는 정규식 이스케이프가 단순하고 가독성이 좋은 sed 대체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4804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59525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8" name="Text 6"/>
          <p:cNvSpPr/>
          <p:nvPr/>
        </p:nvSpPr>
        <p:spPr>
          <a:xfrm>
            <a:off x="457200" y="2459525"/>
            <a:ext cx="1124712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[옵션] "찾을패턴" "바꿀문자열" 파일명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59791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771270"/>
            <a:ext cx="11247120" cy="230949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11" name="Text 9"/>
          <p:cNvSpPr/>
          <p:nvPr/>
        </p:nvSpPr>
        <p:spPr>
          <a:xfrm>
            <a:off x="457200" y="3771270"/>
            <a:ext cx="11247120" cy="2309489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 내 문자열 치환 (기본은 stdout 출력)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'foo' 'bar' file.txt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파일 자체를 수정 (in-place)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-i 'localhost:8080' 'api.example.com' config.json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— 자주 쓰는 옵션</a:t>
            </a:r>
            <a:endParaRPr lang="en-US" sz="3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3007595"/>
              </p:ext>
            </p:extLst>
          </p:nvPr>
        </p:nvGraphicFramePr>
        <p:xfrm>
          <a:off x="457200" y="1588764"/>
          <a:ext cx="11247120" cy="3291840"/>
        </p:xfrm>
        <a:graphic>
          <a:graphicData uri="http://schemas.openxmlformats.org/drawingml/2006/table">
            <a:tbl>
              <a:tblPr/>
              <a:tblGrid>
                <a:gridCol w="30809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662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 / --in-place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파일을 직접 수정 (원본 덮어쓰기)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-s / --string-mode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정규식이 아닌 순수 문자열로 치환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-p / --preview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변경될 내용을 diff로 미리보기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-f / --flags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정규식 플래그 지정 (예: 대소문자 무시 i)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287931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94360" y="5287931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stdin과 파이프로 연결해 다른 명령어 출력에도 바로 적용할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sd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56308"/>
            <a:ext cx="11247120" cy="46634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656308"/>
            <a:ext cx="11247120" cy="46634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정규식 사용 (날짜 형식 변환)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'(\d{4})-(\d{2})-(\d{2})' '$3/$2/$1' dates.txt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순수 문자열 치환 (특수문자 이스케이프 불필요)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-s 'old_string' 'new_string' *.py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stdin과 파이프로 연결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"hello world" | sd 'world' 'claude'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여러 파일 일괄 치환 (find와 조합)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 . -name "*.js" | xargs sd 'var ' 'const '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YAML/JSON/XML 처리 도구 — jq의 YAML 버전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yq는 YAML, JSON, XML을 조회하고 수정할 수 있는 커맨드라인 처리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[옵션] '쿼리' 파일명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753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786859"/>
            <a:ext cx="11247120" cy="2446647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786860"/>
            <a:ext cx="11247120" cy="240092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특정 값 읽기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'.spec.replicas' deployment.yaml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값 수정 (파일에 바로 반영)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-i '.spec.replicas = 5' deployment.yaml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 — 자주 쓰는 옵션 &amp; 문법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582880"/>
              </p:ext>
            </p:extLst>
          </p:nvPr>
        </p:nvGraphicFramePr>
        <p:xfrm>
          <a:off x="457200" y="1687481"/>
          <a:ext cx="11247120" cy="46873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 / 문법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 / --inplace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파일에 바로 반영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-o=json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포맷을 JSON으로 변경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-p=json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포맷을 JSON으로 지정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select(...)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조건에 맞는 문서·요소만 필터링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+=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배열 요소 추가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document_index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멀티 문서 YAML에서 특정 문서 선택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591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strenv(VAR)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환경변수를 YAML 값으로 주입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yq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04353"/>
            <a:ext cx="11247120" cy="4557455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604353"/>
            <a:ext cx="11247120" cy="455745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배열 요소 추가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-i '.spec.containers += [{"name": "sidecar"}]' pod.yaml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YAML → JSON 변환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-o=json '.' config.yaml &gt; config.json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docker-compose에서 조건 필터링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'.services[] | select(.image == "nginx")' docker-compose.yaml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환경변수를 YAML에 주입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-i '.env.API_KEY = strenv(API_KEY)' config.yaml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오디오·비디오 처리의 표준 멀티미디어 도구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ffmpeg는 오디오·비디오의 변환, 편집, 인코딩을 위한 사실상 표준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247120" cy="548639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입력파일 [옵션] 출력파일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5202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963504"/>
            <a:ext cx="11247120" cy="2494445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963504"/>
            <a:ext cx="11247120" cy="243729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포맷 변환 (mov → mp4)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input.mov output.mp4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해상도 변경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input.mp4 -vf scale=1280:720 output_720p.mp4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 — 자주 쓰는 옵션</a:t>
            </a:r>
            <a:endParaRPr lang="en-US" sz="3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940916"/>
              </p:ext>
            </p:extLst>
          </p:nvPr>
        </p:nvGraphicFramePr>
        <p:xfrm>
          <a:off x="457200" y="1495249"/>
          <a:ext cx="11247120" cy="47808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-i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파일 지정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-ss / -t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시간 / 길이 지정 (구간 자르기)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-vf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비디오 필터 적용 (스케일, 자막 등)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-c:v / -c:a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비디오·오디오 코덱 지정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-crf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화질 지정 (낮을수록 고화질, 압축률↓)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-vn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비디오 스트림 제외 (오디오만 추출)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76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-r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프레임레이트 지정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ffmpeg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718654"/>
            <a:ext cx="11247120" cy="42062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718654"/>
            <a:ext cx="11247120" cy="4206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구간만 잘라내기 (1분30초부터 20초간)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input.mp4 -ss 00:01:30 -t 20 -c copy clip.mp4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GIF로 변환 (용량 최적화)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input.mp4 -vf "fps=10,scale=480:-1" output.gif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오디오만 추출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video.mp4 -vn -acodec libmp3lame -q:a 2 audio.mp3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영상 압축 (품질 유지하며 용량 절감)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 -i input.mp4 -vcodec libx264 -crf 23 compressed.mp4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병합·분할·암호화를 위한 조작 도구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pdftk는 PDF 병합, 분할, 회전, 암호화 등 다양한 조작을 지원하는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37655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49135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49135"/>
            <a:ext cx="1124712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입력.pdf 작업 output 출력.pdf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437723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849202"/>
            <a:ext cx="11247120" cy="2291825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849202"/>
            <a:ext cx="11247120" cy="234897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여러 PDF 병합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file1.pdf file2.pdf cat output merged.pdf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특정 페이지만 추출 (1~5페이지)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input.pdf cat 1-5 output extracted.pdf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 — 자주 쓰는 명령</a:t>
            </a:r>
            <a:endParaRPr lang="en-US" sz="3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20897"/>
              </p:ext>
            </p:extLst>
          </p:nvPr>
        </p:nvGraphicFramePr>
        <p:xfrm>
          <a:off x="457200" y="1630330"/>
          <a:ext cx="11247120" cy="4806835"/>
        </p:xfrm>
        <a:graphic>
          <a:graphicData uri="http://schemas.openxmlformats.org/drawingml/2006/table">
            <a:tbl>
              <a:tblPr/>
              <a:tblGrid>
                <a:gridCol w="39745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5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명령 / 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cat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페이지를 이어붙여 결합·추출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45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1-endodd / 1-endeven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홀수 / 짝수 페이지만 선택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owner_pw / user_pw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편집 암호 / 열람 암호 설정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input_pw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암호 해제 시 기존 암호 입력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dump_data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메타데이터(제목, 저자 등) 확인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shuffle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PDF를 페이지 단위로 번갈아 병합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90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fill_form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FDF 데이터로 폼 필드 채우기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604354"/>
            <a:ext cx="11247120" cy="42062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604354"/>
            <a:ext cx="11247120" cy="42062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홀수 페이지만 추출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input.pdf cat 1-endodd output odd_pages.pdf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암호 설정 (열람 암호 + 편집 방지)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input.pdf output secured.pdf owner_pw foopass user_pw readpass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앞/뒷면 스캔본을 페이지 단위로 병합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A=odd.pdf B=even.pdf shuffle A B output interleaved.pdf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4) 폼 필드 채우기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pdftk form.pdf fill_form data.fdf output filled.pdf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구조 최적화·저수준 변환 전문 도구</a:t>
            </a:r>
            <a:endParaRPr lang="en-US" sz="2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qpdf는 PDF 구조 최적화와 저수준 변환에 특화된, pdftk보다 세밀한 제어가 가능한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247120" cy="63185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qpdf [옵션] 입력.pdf 출력.pdf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37537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786858"/>
            <a:ext cx="11247120" cy="225026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786858"/>
            <a:ext cx="11247120" cy="22502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PDF 선형화 (웹에서 빠른 로딩을 위한 최적화)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qpdf --linearize input.pdf output.pdf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암호 제거 (읽기 암호를 알고 있을 때)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qpdf --decrypt --password=secret input.pdf output.pdf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 — 자주 쓰는 옵션</a:t>
            </a:r>
            <a:endParaRPr lang="en-US" sz="3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8664521"/>
              </p:ext>
            </p:extLst>
          </p:nvPr>
        </p:nvGraphicFramePr>
        <p:xfrm>
          <a:off x="457200" y="1505634"/>
          <a:ext cx="11247120" cy="4650976"/>
        </p:xfrm>
        <a:graphic>
          <a:graphicData uri="http://schemas.openxmlformats.org/drawingml/2006/table">
            <a:tbl>
              <a:tblPr/>
              <a:tblGrid>
                <a:gridCol w="3958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88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--linearize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최적화를 위한 선형화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--encrypt / --decrypt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암호 설정 / 해제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--pages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분할·병합·재구성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--rotate=각도:페이지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페이지 회전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--check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구조 유효성 검사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1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--qdf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읽기 쉬운 QDF 모드 (복구용)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415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--object-streams=disable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손상된 PDF 복구 시 활용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42005"/>
            <a:ext cx="11247120" cy="356616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42005"/>
            <a:ext cx="11247120" cy="356616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페이지 분할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qpdf input.pdf --pages input.pdf 1-3 -- part1.pdf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여러 PDF 병합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qpdf --empty --pages file1.pdf file2.pdf -- merged.pdf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손상된 PDF 복구 시도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qpdf --qdf --object-streams=disable broken.pdf repaired.pdf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5693590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569359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qpdf --check로 구조를 먼저 점검하면 복구가 필요한지 빠르게 판단할 수 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FFF8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pdftk vs qpdf — 비교</a:t>
            </a:r>
            <a:endParaRPr lang="en-US" sz="3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213521"/>
              </p:ext>
            </p:extLst>
          </p:nvPr>
        </p:nvGraphicFramePr>
        <p:xfrm>
          <a:off x="457200" y="1744629"/>
          <a:ext cx="11247120" cy="3840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pdftk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qpdf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주요 용도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병합·분할·암호화 등 범용 조작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 최적화·저수준 변환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문법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상대적으로 직관적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옵션이 세분화되어 정교함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PDF 복구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제한적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--qdf 등으로 손상 복구에 강함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웹 최적화(선형화)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미지원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(--linearize)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폼 필드 채우기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(fill_form)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미지원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디스크 사용량을 대화형으로 탐색하는 TUI 도구</a:t>
            </a:r>
            <a:endParaRPr lang="en-US" sz="2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 — 개요 및 기본 사용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199" y="1505643"/>
            <a:ext cx="1155469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ncdu는 디스크 사용량을 트리 형태로 탐색하며 큰 파일·디렉터리를 빠르게 찾는 대화형 도구입니다.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00003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610193"/>
            <a:ext cx="11247120" cy="3728262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2610193"/>
            <a:ext cx="11247120" cy="384255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현재 디렉토리 분석 시작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ncdu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특정 경로 분석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ncdu /home/user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분석 결과를 파일로 저장 후 재열람 (재스캔 없이)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ncdu -o scan_result.json /var/log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ncdu -f scan_result.json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1F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 — 조작키 &amp; 옵션</a:t>
            </a:r>
            <a:endParaRPr lang="en-US" sz="3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699653"/>
              </p:ext>
            </p:extLst>
          </p:nvPr>
        </p:nvGraphicFramePr>
        <p:xfrm>
          <a:off x="457200" y="1531621"/>
          <a:ext cx="11247120" cy="38404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조작키 / 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선택한 파일·디렉터리 삭제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재스캔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/ s / c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이름순 / 크기순 / 항목수순 정렬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 표시 형식 전환 (% / 막대그래프)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--exclude &lt;패턴&gt;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디렉터리 제외하고 스캔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-o &lt;파일&gt;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스캔 결과를 파일로 저장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800203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594360" y="5800203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키로 삭제한 파일은 복구할 수 없으니, 삭제 전 항목을 다시 한번 확인하세요.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286000"/>
            <a:ext cx="1828800" cy="1828800"/>
          </a:xfrm>
          <a:prstGeom prst="roundRect">
            <a:avLst>
              <a:gd name="adj" fmla="val 75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2743200" y="265176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2743200" y="342900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B6B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 대체 도구 — 디렉터리 사용량을 트리로 시각화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 — 개요 및 기본 문법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2B2B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dust는 du의 대체 도구로, 디렉터리 사용량을 보기 쉬운 트리 형태로 즉시 출력합니다.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문법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440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1247120" cy="54864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 [옵션] [경로]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350526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사용 예시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916747"/>
            <a:ext cx="11247120" cy="2343776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457200" y="3916747"/>
            <a:ext cx="11247120" cy="234377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현재 디렉토리 사용량을 트리로 출력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특정 경로 분석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 /var/log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 — 자주 쓰는 옵션</a:t>
            </a:r>
            <a:endParaRPr lang="en-US" sz="36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7484102"/>
              </p:ext>
            </p:extLst>
          </p:nvPr>
        </p:nvGraphicFramePr>
        <p:xfrm>
          <a:off x="457200" y="1495245"/>
          <a:ext cx="11247120" cy="3566157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옵션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-n &lt;개수&gt;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상위 N개 항목만 표시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-d &lt;깊이&gt;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 표시 깊이 제한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-A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숨김 파일 포함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-X &lt;패턴&gt;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패턴 제외 (여러 번 지정 가능)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-f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파일까지 모두 펼쳐서 보기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45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-r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역순 정렬 (작은 것부터)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EAF7E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dust — 실전 활용 예제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562792"/>
            <a:ext cx="11247120" cy="3383280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562792"/>
            <a:ext cx="11247120" cy="338328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1) 상위 10개 항목만 표시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 -n 10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2) node_modules, .git 제외하고 분석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 -X node_modules -X .git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3) 파일까지 모두 펼쳐서 보기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 -f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FFF8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ncdu vs dust — 비교</a:t>
            </a:r>
            <a:endParaRPr lang="en-US" sz="36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490760"/>
              </p:ext>
            </p:extLst>
          </p:nvPr>
        </p:nvGraphicFramePr>
        <p:xfrm>
          <a:off x="457200" y="1573180"/>
          <a:ext cx="11247120" cy="38404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ncdu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1F3864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dust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 방식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대화형 탐색 (TUI)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즉시 결과 출력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삭제 기능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(대화형 d 키)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미지원 (조회 전용)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형태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 + 그래프(%)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트리 형태 요약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 활용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제한적 (-o/-f로 결과 저장)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출력을 파이프로 쉽게 활용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추천 상황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정리하며 직접 삭제할 때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2B2B2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빠르게 용량만 파악할 때</a:t>
                      </a:r>
                      <a:endParaRPr lang="en-US" sz="2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7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2194560" cy="411480"/>
          </a:xfrm>
          <a:prstGeom prst="roundRect">
            <a:avLst>
              <a:gd name="adj" fmla="val 20000"/>
            </a:avLst>
          </a:prstGeom>
          <a:solidFill>
            <a:srgbClr val="FFF8E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추천 워크플로우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484859"/>
            <a:ext cx="11247120" cy="3570316"/>
          </a:xfrm>
          <a:prstGeom prst="rect">
            <a:avLst/>
          </a:prstGeom>
          <a:solidFill>
            <a:srgbClr val="F3F4F6"/>
          </a:solidFill>
          <a:ln w="9525">
            <a:solidFill>
              <a:srgbClr val="C7D2E0"/>
            </a:solidFill>
            <a:prstDash val="solid"/>
          </a:ln>
        </p:spPr>
        <p:txBody>
          <a:bodyPr anchor="ctr"/>
          <a:lstStyle/>
          <a:p>
            <a:endParaRPr lang="ko-KR" altLang="en-US" sz="2800"/>
          </a:p>
        </p:txBody>
      </p:sp>
      <p:sp>
        <p:nvSpPr>
          <p:cNvPr id="6" name="Text 4"/>
          <p:cNvSpPr/>
          <p:nvPr/>
        </p:nvSpPr>
        <p:spPr>
          <a:xfrm>
            <a:off x="457200" y="1484859"/>
            <a:ext cx="11247120" cy="3570316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1단계: dust로 큰 디렉터리 빠르게 파악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dust -n 10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2단계: ncdu로 상세 탐색하며 정리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ncdu .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3단계: yq/sd로 설정 파일 일괄 수정 + bat으로 결과 확인</a:t>
            </a:r>
            <a:endParaRPr lang="en-US" sz="20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yq -i '.image = "myapp:v2"' deploy.yaml &amp;&amp; bat deploy.yaml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5259874"/>
            <a:ext cx="11247120" cy="640080"/>
          </a:xfrm>
          <a:prstGeom prst="roundRect">
            <a:avLst>
              <a:gd name="adj" fmla="val 11429"/>
            </a:avLst>
          </a:prstGeom>
          <a:solidFill>
            <a:srgbClr val="FFF8E5"/>
          </a:solidFill>
          <a:ln w="12700">
            <a:solidFill>
              <a:srgbClr val="E8D9A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4360" y="525987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A5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삭제·치환·암호화 옵션은 되돌릴 수 없으니, 실행 전 미리보기나 -dryrun/-p 옵션으로 반드시 먼저 확인하세요.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2094</Words>
  <Application>Microsoft Office PowerPoint</Application>
  <PresentationFormat>와이드스크린</PresentationFormat>
  <Paragraphs>426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9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상길 최</cp:lastModifiedBy>
  <cp:revision>4</cp:revision>
  <dcterms:created xsi:type="dcterms:W3CDTF">2026-08-11T04:57:19Z</dcterms:created>
  <dcterms:modified xsi:type="dcterms:W3CDTF">2026-08-11T08:05:28Z</dcterms:modified>
</cp:coreProperties>
</file>
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80" y="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529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989320"/>
            <a:ext cx="292608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840480" y="5989320"/>
            <a:ext cx="118872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40480" y="5989320"/>
            <a:ext cx="1188720" cy="45720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0" y="5532120"/>
            <a:ext cx="164592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0" y="6446520"/>
            <a:ext cx="164592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5943600"/>
            <a:ext cx="91440" cy="91440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794760" y="5486400"/>
            <a:ext cx="91440" cy="91440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983480" y="5486400"/>
            <a:ext cx="91440" cy="91440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629400" y="5486400"/>
            <a:ext cx="91440" cy="91440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629400" y="6400800"/>
            <a:ext cx="91440" cy="91440"/>
          </a:xfrm>
          <a:prstGeom prst="ellipse">
            <a:avLst/>
          </a:prstGeom>
          <a:solidFill>
            <a:srgbClr val="484F58"/>
          </a:solidFill>
          <a:ln w="12700">
            <a:solidFill>
              <a:srgbClr val="484F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868680" cy="8686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교육 자료 · 실습형 강의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완전정복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시나리오로 배우는 모든 핵심 명령어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22960" y="3794760"/>
            <a:ext cx="182880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22960" y="4069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가상의 프로젝트를 처음부터 만들어가며 </a:t>
            </a:r>
            <a:r>
              <a:rPr lang="en-US" sz="15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실행 결과</a:t>
            </a: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함께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Git의 모든 핵심 명령어를 순서대로 익힙니다.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 기준  ·  GD RDM 프로젝트 실습 시나리오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배우는 5개 챕터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96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91640" y="1993392"/>
            <a:ext cx="512064" cy="512064"/>
          </a:xfrm>
          <a:prstGeom prst="ellipse">
            <a:avLst/>
          </a:prstGeom>
          <a:solidFill>
            <a:srgbClr val="DDF0FF"/>
          </a:solidFill>
          <a:ln w="12700">
            <a:solidFill>
              <a:srgbClr val="DD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656" y="21214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688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 시작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4688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· add · commit · diff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79776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77240" y="277977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691640" y="2944368"/>
            <a:ext cx="512064" cy="512064"/>
          </a:xfrm>
          <a:prstGeom prst="ellipse">
            <a:avLst/>
          </a:prstGeom>
          <a:solidFill>
            <a:srgbClr val="FDE4DE"/>
          </a:solidFill>
          <a:ln w="12700">
            <a:solidFill>
              <a:srgbClr val="FDE4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656" y="30723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28712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브랜치와 병합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468880" y="32369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 · checkout · merge · 충돌 해결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730752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77240" y="373075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F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691640" y="3895344"/>
            <a:ext cx="512064" cy="512064"/>
          </a:xfrm>
          <a:prstGeom prst="ellipse">
            <a:avLst/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656" y="402336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468880" y="3822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되돌리기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468880" y="4187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 · amend · reset(soft/mixed/hard)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681728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777240" y="468172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691640" y="4846320"/>
            <a:ext cx="512064" cy="512064"/>
          </a:xfrm>
          <a:prstGeom prst="ellipse">
            <a:avLst/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9656" y="497433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46888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안전한 되돌리기 &amp; 임시보관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468880" y="5138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revert · stash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632704"/>
            <a:ext cx="11094415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/>
          <p:nvPr/>
        </p:nvSpPr>
        <p:spPr>
          <a:xfrm>
            <a:off x="777240" y="563270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250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1691640" y="5797296"/>
            <a:ext cx="512064" cy="512064"/>
          </a:xfrm>
          <a:prstGeom prst="ellipse">
            <a:avLst/>
          </a:prstGeom>
          <a:solidFill>
            <a:srgbClr val="FBEFFF"/>
          </a:solidFill>
          <a:ln w="12700">
            <a:solidFill>
              <a:srgbClr val="FBE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656" y="5925312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468880" y="5724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이력 탐색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2468880" y="60899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· show · blame · log graph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시작하기 전에 — Git의 3가지 영역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8745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981048" y="2194560"/>
            <a:ext cx="822960" cy="82296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640" y="23591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9488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Directory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29488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디렉터리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20928" y="38679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눈으로 보고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수정하는 실제 파일들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028" y="2834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78428" y="3136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495648" y="18745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rgbClr val="DDF0FF"/>
          </a:solidFill>
          <a:ln w="12700">
            <a:solidFill>
              <a:srgbClr val="DD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960" y="235915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32808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632808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영역(Index)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24248" y="38679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커밋에 포함시킬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변경사항을 표시해 둔 공간</a:t>
            </a:r>
            <a:endParaRPr lang="en-US" sz="12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348" y="28346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81748" y="3136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198968" y="18745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9387688" y="2194560"/>
            <a:ext cx="822960" cy="822960"/>
          </a:xfrm>
          <a:prstGeom prst="ellipse">
            <a:avLst/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2280" y="2359152"/>
            <a:ext cx="493776" cy="4937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36128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8336128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 저장소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427568" y="38679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커밋으로 확정되어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영구 기록(이력)에 남은 상태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92328" y="4937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restore  ·  git reset  →  되돌리는 명령어들은 반대 방향으로 흐릅니다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0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19456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3246120"/>
            <a:ext cx="146304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 시작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· add · commit · diff — 파일을 추적하고 기록을 남기는 기본 흐름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저장소 시작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init — 모든 것의 출발점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783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현재 폴더에 숨겨진 </a:t>
            </a:r>
            <a:r>
              <a:rPr lang="en-US" sz="14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디렉터리를 만듭니다.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폴더 하나에 모든 커밋·브랜치·이력이 저장됩니다.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11094415" cy="2514600"/>
          </a:xfrm>
          <a:prstGeom prst="roundRect">
            <a:avLst>
              <a:gd name="adj" fmla="val 2182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13232" y="28620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77824" y="28620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042416" y="28620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Initialized empty Git repository in .../demo/.git/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commits yet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to commit (create/copy files and use "git add" to track)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DE4DE"/>
          </a:solidFill>
          <a:ln w="12700">
            <a:solidFill>
              <a:srgbClr val="FDE4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875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553212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는 가장 먼저, 가장 자주 쳐야 하는 명령어입니다. 지금 Working Directory와 Staging Area가 어떤 상태인지 항상 알려줍니다.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저장소 시작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add → git commit — 파일 추적과 기록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724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76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Untracked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생성 직후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65960" y="27249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DDF0FF"/>
          </a:solidFill>
          <a:ln w="12700">
            <a:solidFill>
              <a:srgbClr val="DD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README.md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65960" y="3758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3982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06240" y="1874520"/>
            <a:ext cx="7436815" cy="2834640"/>
          </a:xfrm>
          <a:prstGeom prst="roundRect">
            <a:avLst>
              <a:gd name="adj" fmla="val 193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70832" y="19933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35424" y="19933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00016" y="19933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434840" y="2221992"/>
            <a:ext cx="69796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README.md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file:   README.md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"초기 커밋: README 추가"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(root-commit) 7d8eece] 초기 커밋: README 추가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2 insertions(+)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7d8eece</a:t>
            </a: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는 이 커밋의 고유 해시(ID)입니다. 모든 커밋은 이런 SHA-1 해시로 식별됩니다 (40자리, 보통 7자리로 축약).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13232" y="56052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77824" y="56052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42416" y="56052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77240" y="583387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7d8eece64b5f5a080c4faf6502aab7eb084c3ba6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최상길 &lt;sangkil@example.com&gt;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Date:   Fri Jun 19 09:29:03 2026 +0000   →   초기 커밋: README 추가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저장소 시작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diff — 무엇이 바뀌었는지 정확히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691640"/>
          </a:xfrm>
          <a:prstGeom prst="roundRect">
            <a:avLst>
              <a:gd name="adj" fmla="val 3243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9019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9019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a/src/rdm_data_generator.py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b/src/rdm_data_generator.py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pass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return pd.DataFrame({"col1": range(rows)})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318608" cy="1554480"/>
          </a:xfrm>
          <a:prstGeom prst="roundRect">
            <a:avLst>
              <a:gd name="adj" fmla="val 5882"/>
            </a:avLst>
          </a:prstGeom>
          <a:solidFill>
            <a:srgbClr val="DDF0FF"/>
          </a:solidFill>
          <a:ln w="12700">
            <a:solidFill>
              <a:srgbClr val="DD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390448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36168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add 안 한 변경사항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78231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 ↔ Staging Area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24448" y="3703320"/>
            <a:ext cx="5318608" cy="1554480"/>
          </a:xfrm>
          <a:prstGeom prst="roundRect">
            <a:avLst>
              <a:gd name="adj" fmla="val 5882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98768" y="390448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--cached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98768" y="436168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add는 했지만 commit 안 한 변경사항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98768" y="478231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 ↔ 마지막 커밋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-A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는 </a:t>
            </a:r>
            <a:r>
              <a:rPr lang="en-US" sz="1250" b="1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비슷하지만, 삭제된 파일까지 포함해 모든 변경을 스테이징합니다.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저장소 시작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 — 추적하지 말아야 할 파일 제외하기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928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환경 팁 — 실제 데이터(real data)가 외부로 나가면 안 되는 프로젝트에서 .gitignore는 특히 중요합니다.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13232" y="26791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77824" y="26791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42416" y="26791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77240" y="290779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data/real/   ← 실제 데이터 폴더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0" y="2560320"/>
            <a:ext cx="6613855" cy="1783080"/>
          </a:xfrm>
          <a:prstGeom prst="roundRect">
            <a:avLst>
              <a:gd name="adj" fmla="val 307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193792" y="26791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358384" y="26791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522976" y="26791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257800" y="2907792"/>
            <a:ext cx="6156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.gitignore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secret.csv 안 보임!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r>
              <a:rPr lang="en-US" sz="14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data/real/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등록하면 Git이 그 안의 어떤 파일도 추적 후보로조차 보여주지 않습니다.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처럼 한 번에 모든 파일을 추가하더라도 민감한 데이터가 실수로 커밋되는 사고를 원천 차단합니다.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57784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713232" y="569671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77824" y="569671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1042416" y="569671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77240" y="5925312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diff --cached --stat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.gitignore                | 5 +++++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files changed, 8 insertions(+)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0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19456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3246120"/>
            <a:ext cx="146304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브랜치와 병합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checkout · merge — 독립적인 개발 흐름을 만들고 다시 합치기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브랜치와 병합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branch → git checkout — 가지치기와 이동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9019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9019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10637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feature/csv-merge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feature/csv-merge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main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feature/csv-merge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Switched to branch 'feature/csv-merge'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&lt;이름&gt;</a:t>
            </a: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브랜치를 </a:t>
            </a:r>
            <a:r>
              <a:rPr lang="en-US" sz="13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만들기만</a:t>
            </a: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합니다(이동 X). 브랜치는 사실 "어떤 커밋을 가리키는 이름표"에 불과해서 생성이 매우 가볍고 빠릅니다.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97280" y="5212080"/>
            <a:ext cx="146304" cy="14630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43584" y="5285232"/>
            <a:ext cx="1828800" cy="0"/>
          </a:xfrm>
          <a:prstGeom prst="line">
            <a:avLst/>
          </a:prstGeom>
          <a:noFill/>
          <a:ln w="254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017520" y="5212080"/>
            <a:ext cx="146304" cy="14630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651760" y="5413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f13cfdb (분기점)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90672" y="5266944"/>
            <a:ext cx="1645920" cy="0"/>
          </a:xfrm>
          <a:prstGeom prst="line">
            <a:avLst/>
          </a:prstGeom>
          <a:noFill/>
          <a:ln w="3175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00600" y="4681728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FDE4DE"/>
          </a:solidFill>
          <a:ln w="12700">
            <a:solidFill>
              <a:srgbClr val="FDE4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4681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feature/csv-merge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90672" y="5303520"/>
            <a:ext cx="1645920" cy="320040"/>
          </a:xfrm>
          <a:prstGeom prst="line">
            <a:avLst/>
          </a:prstGeom>
          <a:noFill/>
          <a:ln w="317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800600" y="54864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DDF0FF"/>
          </a:solidFill>
          <a:ln w="12700">
            <a:solidFill>
              <a:srgbClr val="DD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5486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브랜치와 병합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각 브랜치에서 독립적으로 커밋하기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9019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9019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feature/csv-merge 브랜치에서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(rdm_merge.py 작성)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"CSV 병합"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[feature/csv-merge 072fb10]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83080"/>
            <a:ext cx="5318608" cy="1554480"/>
          </a:xfrm>
          <a:prstGeom prst="roundRect">
            <a:avLst>
              <a:gd name="adj" fmla="val 3529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89040" y="19019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653632" y="19019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818224" y="19019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53048" y="2130552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 브랜치로 돌아와서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(README.md 수정)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"README 추가"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137d296]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--all --graph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94415" cy="1874520"/>
          </a:xfrm>
          <a:prstGeom prst="roundRect">
            <a:avLst>
              <a:gd name="adj" fmla="val 292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" y="40507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77824" y="40507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42416" y="40507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4279392"/>
            <a:ext cx="10637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137d296 README에 프로젝트 구조 섹션 추가 (main 브랜치)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072fb10 CSV 병합 기능 추가 (feature/csv-merge 브랜치)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f13cfdb 데이터 생성기에 pandas 적용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a1e0218 gitignore 추가 및 데이터 생성기 스켈레톤 추가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7d8eece 초기 커밋: README 추가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--graph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옵션으로 브랜치가 실제로 갈라진 모습을 시각적으로 볼 수 있습니다. f13cfdb에서 두 갈래로 나뉘어 각 브랜치가 독립적으로 발전했습니다.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브랜치와 병합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merge — 충돌 없는 병합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463040"/>
          </a:xfrm>
          <a:prstGeom prst="roundRect">
            <a:avLst>
              <a:gd name="adj" fmla="val 3750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9019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9019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feature/csv-merge -m "feature/csv-merge 병합"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made by the 'ort' strategy.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src/rdm_merge.py | 5 +++++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5 insertions(+)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266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13232" y="35478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77824" y="35478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42416" y="35478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776472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5414211 feature/csv-merge 병합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072fb10 CSV 병합 기능 추가 (feature/csv-merge 브랜치)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137d296 README에 프로젝트 구조 섹션 추가 (main 브랜치)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f13cfdb 데이터 생성기에 pandas 적용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파일을 건드렸기 때문에 Git이 자동으로 두 변경사항을 합쳐 새로운 </a:t>
            </a:r>
            <a:r>
              <a:rPr lang="en-US" sz="13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</a:t>
            </a: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(5414211)을 만들었습니다. 그래프에서 두 갈래가 다시 하나로 합쳐지는 모습( |\ → |/ )을 확인할 수 있습니다.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브랜치와 병합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충돌(Conflict) — Git 학습의 진짜 고비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파일의 같은 부분을 두 브랜치에서 서로 다르게 수정하면, Git은 어느 쪽이 맞는지 판단할 수 없어 사람의 결정을 요구합니다.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4415" cy="1554480"/>
          </a:xfrm>
          <a:prstGeom prst="roundRect">
            <a:avLst>
              <a:gd name="adj" fmla="val 3529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4048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77824" y="24048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42416" y="24048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merge feature/analysis -m "feature/analysis 병합 시도"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Auto-merging src/rdm_analysis.py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 (add/add): Merge conflict in src/rdm_analysis.py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 merge failed; fix conflicts and then commit the result.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충돌난 파일을 열어보면: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94415" cy="2331720"/>
          </a:xfrm>
          <a:prstGeom prst="roundRect">
            <a:avLst>
              <a:gd name="adj" fmla="val 2353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13232" y="44622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77824" y="44622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42416" y="44622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4690872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analyze(df):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"""결측치 분석 - main 버전"""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df.isnull().sum()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"""기본 통계 분석 - feature/analysis 버전"""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df.describe()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브랜치와 병합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충돌 마커의 의미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DDF0FF"/>
          </a:solidFill>
          <a:ln w="12700">
            <a:solidFill>
              <a:srgbClr val="DD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0" y="1920240"/>
            <a:ext cx="6248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내가 있는 브랜치(main)의 내용 시작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2862072"/>
            <a:ext cx="6248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브랜치 내용의 경계선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DE4DE"/>
          </a:solidFill>
          <a:ln w="12700">
            <a:solidFill>
              <a:srgbClr val="FDE4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2960" y="380390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feature/analysis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3803904"/>
            <a:ext cx="6248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병합해오려는 브랜치의 내용 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882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충돌 해결 3단계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340096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5431536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직접 수정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751576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마커를 포함해서 파일을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최종 상태로 수정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38218" y="5340096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21098" y="5431536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git add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1098" y="5751576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"해결했다"고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Git에게 표시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27797" y="5340096"/>
            <a:ext cx="3515258" cy="914400"/>
          </a:xfrm>
          <a:prstGeom prst="roundRect">
            <a:avLst>
              <a:gd name="adj" fmla="val 8000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10677" y="5431536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git commit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10677" y="5751576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병합을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브랜치와 병합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충돌 해결하고 병합 완료하기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965960"/>
          </a:xfrm>
          <a:prstGeom prst="roundRect">
            <a:avLst>
              <a:gd name="adj" fmla="val 2791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8562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8562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수정 후 최종 내용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analyze(df):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"""결측치 분석 + 기본 통계 분석 (두 기능 통합)"""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"missing": df.isnull().sum(),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"describe": df.describe()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94415" cy="1920240"/>
          </a:xfrm>
          <a:prstGeom prst="roundRect">
            <a:avLst>
              <a:gd name="adj" fmla="val 285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13232" y="40050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77824" y="40050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42416" y="40050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4233672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src/rdm_analysis.py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conflicts fixed but you are still merging.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"merge: 두 버전의 분석 모듈 통합"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5dd132c] merge: 두 버전의 분석 모듈 통합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DE4DE"/>
          </a:solidFill>
          <a:ln w="12700">
            <a:solidFill>
              <a:srgbClr val="FDE4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병합을 없었던 일로 하고 싶다면 </a:t>
            </a:r>
            <a:r>
              <a:rPr lang="en-US" sz="125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--abort</a:t>
            </a: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즉시 되돌릴 수 있습니다.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0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19456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3246120"/>
            <a:ext cx="146304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되돌리기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· amend · reset — 실수를 안전하게 되돌리는 다양한 방법들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되돌리기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restore — 워킹 디렉터리 되돌리기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커밋 전, 파일을 실수로 수정했을 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325880"/>
          </a:xfrm>
          <a:prstGeom prst="roundRect">
            <a:avLst>
              <a:gd name="adj" fmla="val 4138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1762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77824" y="21762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42416" y="21762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404872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"이것은 실수로 추가한 내용입니다" &gt;&gt; README.md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restore README.md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마지막 커밋 상태로 즉시 복구됨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add까지 했는데 취소하고 싶을 때 — git restore --staged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94415" cy="1691640"/>
          </a:xfrm>
          <a:prstGeom prst="roundRect">
            <a:avLst>
              <a:gd name="adj" fmla="val 3243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13232" y="409651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77824" y="409651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42416" y="409651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4325112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temp.txt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restore --staged temp.txt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temp.txt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4DE"/>
          </a:solidFill>
          <a:ln w="12700">
            <a:solidFill>
              <a:srgbClr val="FDE4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585216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--staged</a:t>
            </a: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Staging Area에서만 빼고, 파일 자체는 그대로 둡니다. "add를 취소"하는 명령으로 기억하세요.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되돌리기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commit --amend — 마지막 커밋 수정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920240"/>
          </a:xfrm>
          <a:prstGeom prst="roundRect">
            <a:avLst>
              <a:gd name="adj" fmla="val 285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9019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9019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"오타난 커밋 메세지ㅁㄴㅇ"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c2b943e] 오타난 커밋 메세지ㅁㄴㅇ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--amend -m "임시 모듈 추가"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6c3eff6] 임시 모듈 추가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377440" y="39319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37744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c2b943e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050792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63440" y="39319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66344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6c3eff6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해시 자체가 바뀐다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7091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--amend</a:t>
            </a: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새 커밋을 만드는 게 아니라 직전 커밋을 완전히 대체합니다. 메시지뿐 아니라 add로 추가한 파일까지 직전 커밋에 합쳐 넣을 수 있습니다.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548640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54864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--amend는 커밋 해시를 바꾸기 때문에, 이미 다른 사람과 공유(push)한 커밋에 사용하면 협업자의 이력과 충돌이 날 수 있습니다. 아직 나만 보고 있는 커밋에서만 사용하는 것이 안전합니다.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되돌리기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reset — soft / mixed / hard의 차이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8562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8562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-3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6c3eff6 임시 모듈 추가          ← 이 커밋을 취소하고 싶음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5dd132c merge: 두 버전의 분석 모듈 통합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5b21cae 분석 모듈 추가 (main, 다른 내용)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--soft</a:t>
            </a: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커밋만 취소, 변경 내용은 Staging Area에 보존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13232" y="37307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77824" y="37307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42416" y="37307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959352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reset --soft HEAD~1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to be committed: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file:   src/temp_module.py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이력에서는 사라졌지만, 변경 내용은 여전히 staged 상태로 남아 있습니다. "커밋 메시지를 다시 쓰고 싶다" 같은 경우에 적합합니다.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되돌리기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reset — mixed(기본값) / hard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--mixed</a:t>
            </a: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(기본값)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18608" cy="1463040"/>
          </a:xfrm>
          <a:prstGeom prst="roundRect">
            <a:avLst>
              <a:gd name="adj" fmla="val 3750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1762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77824" y="21762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42416" y="21762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404872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reset HEAD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Untracked files: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src/temp_module.py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531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Area도 비웁니다. 파일 자체는 디스크에 남아 있습니다(이제 untracked).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4448" y="1691640"/>
            <a:ext cx="531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--hard</a:t>
            </a:r>
            <a:r>
              <a:rPr lang="en-US" sz="15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(위험!)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24448" y="2057400"/>
            <a:ext cx="5318608" cy="1463040"/>
          </a:xfrm>
          <a:prstGeom prst="roundRect">
            <a:avLst>
              <a:gd name="adj" fmla="val 3750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89040" y="21762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653632" y="21762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818224" y="21762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53048" y="2404872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reset --hard HEAD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src/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rdm_analysis.py  rdm_data_generator.py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rdm_merge.py   (temp_module.py 사라짐)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24448" y="3611880"/>
            <a:ext cx="531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상태였던 파일까지 깨끗하게 지웁니다. 되돌릴 수 없는 손실이 발생할 수 있습니다.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15361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옵션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이력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Directory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--soft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유지(staged)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--mixed (기본)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비움(unstaged)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--hard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F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 (주의!)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0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19456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3246120"/>
            <a:ext cx="146304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안전한 되돌리기 &amp; 임시보관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· stash — 이력을 보존하며 되돌리고, 작업을 잠시 미뤄두기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안전한 되돌리기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revert — 안전하게 되돌리기 (이력 보존)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2011680"/>
          </a:xfrm>
          <a:prstGeom prst="roundRect">
            <a:avLst>
              <a:gd name="adj" fmla="val 272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8562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8562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106372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"설정 파일 추가 (버그 있음)"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e94e73a] 설정 파일 추가 (버그 있음)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revert --no-edit HEAD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b7c50cc] Revert "설정 파일 추가 (버그 있음)"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file changed, 1 deletion(-)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4415" cy="1280160"/>
          </a:xfrm>
          <a:prstGeom prst="roundRect">
            <a:avLst>
              <a:gd name="adj" fmla="val 4286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13232" y="40507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77824" y="40507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42416" y="40507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4279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b7c50cc Revert "설정 파일 추가 (버그 있음)"   ← 새로 생긴 커밋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e94e73a 설정 파일 추가 (버그 있음)             ← 원래 커밋, 그대로 남음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5dd132c merge: 두 버전의 분석 모듈 통합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318608" cy="868680"/>
          </a:xfrm>
          <a:prstGeom prst="roundRect">
            <a:avLst>
              <a:gd name="adj" fmla="val 8421"/>
            </a:avLst>
          </a:prstGeom>
          <a:solidFill>
            <a:srgbClr val="FFEBE9"/>
          </a:solidFill>
          <a:ln w="12700">
            <a:solidFill>
              <a:srgbClr val="FFEB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544068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이력에서 커밋을 지워버림 (과거를 다시 씀)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4448" y="5440680"/>
            <a:ext cx="5318608" cy="868680"/>
          </a:xfrm>
          <a:prstGeom prst="roundRect">
            <a:avLst>
              <a:gd name="adj" fmla="val 8421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53048" y="544068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원래 커밋은 두고, 상쇄하는 새 커밋 추가 (과거를 보존) — 공유된 이력에 항상 더 안전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안전한 되돌리기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stash — 작업을 임시로 치워두기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143000"/>
          </a:xfrm>
          <a:prstGeom prst="roundRect">
            <a:avLst>
              <a:gd name="adj" fmla="val 6400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892808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76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 중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rdm_data_generator.py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수정 중 (미완성)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116504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90824" y="1783080"/>
            <a:ext cx="2567864" cy="1143000"/>
          </a:xfrm>
          <a:prstGeom prst="roundRect">
            <a:avLst>
              <a:gd name="adj" fmla="val 6400"/>
            </a:avLst>
          </a:prstGeom>
          <a:solidFill>
            <a:srgbClr val="FDE4DE"/>
          </a:solidFill>
          <a:ln w="12700">
            <a:solidFill>
              <a:srgbClr val="FDE4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27984" y="1892808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5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stash push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27984" y="219456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push -m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"데이터 생성기 작업중"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58688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1783080"/>
            <a:ext cx="2567864" cy="1143000"/>
          </a:xfrm>
          <a:prstGeom prst="roundRect">
            <a:avLst>
              <a:gd name="adj" fmla="val 6400"/>
            </a:avLst>
          </a:prstGeom>
          <a:solidFill>
            <a:srgbClr val="DDF0FF"/>
          </a:solidFill>
          <a:ln w="12700">
            <a:solidFill>
              <a:srgbClr val="DD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70168" y="1892808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69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긴급 작업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70168" y="219456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워킹 디렉터리 깨끗 →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핫픽스 커밋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00871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75191" y="1783080"/>
            <a:ext cx="2567864" cy="1143000"/>
          </a:xfrm>
          <a:prstGeom prst="roundRect">
            <a:avLst>
              <a:gd name="adj" fmla="val 6400"/>
            </a:avLst>
          </a:prstGeom>
          <a:solidFill>
            <a:srgbClr val="DAFBE1"/>
          </a:solidFill>
          <a:ln w="1270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212351" y="1892808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stash pop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12351" y="2194560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 pop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작업 복원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11094415" cy="1691640"/>
          </a:xfrm>
          <a:prstGeom prst="roundRect">
            <a:avLst>
              <a:gd name="adj" fmla="val 3243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13232" y="32735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77824" y="32735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42416" y="32735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3502152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push -m "데이터 생성기 작업중"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working directory and index state On main: 데이터 생성기 작업중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to commit, working tree clean    ← 안전하게 다른 작업 가능!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4415" cy="1600200"/>
          </a:xfrm>
          <a:prstGeom prst="roundRect">
            <a:avLst>
              <a:gd name="adj" fmla="val 3429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3232" y="51023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77824" y="51023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042416" y="51023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77240" y="5330952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pop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not staged for commit: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modified:   src/rdm_data_generator.py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 refs/stash@{0} (8482a1d3...)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30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19456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8680" y="3246120"/>
            <a:ext cx="1463040" cy="0"/>
          </a:xfrm>
          <a:prstGeom prst="line">
            <a:avLst/>
          </a:prstGeom>
          <a:noFill/>
          <a:ln w="38100">
            <a:solidFill>
              <a:srgbClr val="F051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이력 탐색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· show · blame · log graph — 기록 속에서 원하는 정보를 정확히 찾아내기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이력 탐색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tag — 릴리스 시점 표시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2743200"/>
          </a:xfrm>
          <a:prstGeom prst="roundRect">
            <a:avLst>
              <a:gd name="adj" fmla="val 2000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9019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9019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30552"/>
            <a:ext cx="10637215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tag -a v1.0.0 -m "GD RDM v1.0.0 - 초기 4대 기능 완성"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tag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v1.0.0 --stat | head -6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v1.0.0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Tagger: 최상길 &lt;sangkil@example.com&gt;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 RDM v1.0.0 - 초기 4대 기능 완성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(annotated 태그)는 작성자·날짜·메시지가 포함된 정식 태그입니다. 단순히 </a:t>
            </a:r>
            <a:r>
              <a:rPr lang="en-US" sz="14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v1.0.0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쓰면 메타데이터가 없는 가벼운(lightweight) 태그가 만들어집니다. 릴리스 표시용으로는 </a:t>
            </a:r>
            <a:r>
              <a:rPr lang="en-US" sz="1400" b="1" dirty="0">
                <a:solidFill>
                  <a:srgbClr val="1B1F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쓰는 것이 일반적입니다.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이력 탐색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show / git blame — 이력 들여다보기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69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show</a:t>
            </a: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특정 커밋 하나의 상세 변경 내용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1762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77824" y="21762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42416" y="21762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404872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show f13cfdb --stat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f13cfdbfea89459778f6058ab47b227189bf7428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최상길 &lt;sangkil@example.com&gt;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src/rdm_data_generator.py | 4 +++-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</a:t>
            </a: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파일의 각 줄을 누가, 언제 수정했는지 추적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94415" cy="1463040"/>
          </a:xfrm>
          <a:prstGeom prst="roundRect">
            <a:avLst>
              <a:gd name="adj" fmla="val 3750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13232" y="41422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77824" y="41422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42416" y="41422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4370832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blame src/rdm_data_generator.py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f13cfdbf (최상길 2026-06-19 09:29:17) import pandas as pd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a1e0218a (최상길 2026-06-19 09:29:14) def generate_synthetic_data(rows=1000):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f13cfdbf (최상길 2026-06-19 09:29:17)     return pd.DataFrame(...)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줄 앞에 그 줄을 마지막으로 수정한 커밋·작성자·날짜가 표시됩니다. 협업 코드에서 "이 줄을 누가 왜 이렇게 썼는지" 추적할 때 필수적입니다.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이력을 한눈에 — 최종 그래프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4434840"/>
          </a:xfrm>
          <a:prstGeom prst="roundRect">
            <a:avLst>
              <a:gd name="adj" fmla="val 1237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77824" y="153619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153619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106372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--all --graph --decorate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0f5b426 (HEAD -&gt; main, tag: v1.0.0) 데이터 생성기 작업 완료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64dc4fc 긴급 README 수정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b7c50cc Revert "설정 파일 추가 (버그 있음)"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e94e73a 설정 파일 추가 (버그 있음)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5dd132c merge: 두 버전의 분석 모듈 통합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239859f 분석 모듈 추가 (feature/analysis)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5b21cae 분석 모듈 추가 (main, 다른 내용)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5414211 feature/csv-merge 병합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072fb10 CSV 병합 기능 추가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137d296 README에 프로젝트 구조 섹션 추가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f13cfdb 데이터 생성기에 pandas 적용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a1e0218 gitignore 추가 및 데이터 생성기 스켈레톤 추가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7d8eece 초기 커밋: README 추가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한 줄의 그래프 안에 분기 · 병합 · 충돌 해결 · revert가 전부 기록되어 있습니다. Git의 이력은 지워지지 않고 누적되는 그래프입니다.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명령어 요약표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988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명령어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영향 범위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init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저장소 생성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/ git commit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→ 저장소 기록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/ Repository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diff [--cached]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변경사항 비교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branch / checkout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브랜치 생성·이동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Directory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merge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브랜치 병합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restore [--staged]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되돌리기 (커밋 전)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/ Staging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commit --amend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직전 커밋 수정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(해시 변경)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reset (soft/mixed/hard)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되돌리기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단계별로 상이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revert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안전하게 상쇄 커밋 추가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(이력 보존)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stash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작업 임시 보관/복원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Directory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tag / show / blame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버전 표시 · 이력 조회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5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 판단 가이드 — "이럴 땐 뭘 써야 하지?"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방금 수정한 파일을 망쳤다, 커밋은 안 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0" y="173736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&lt;파일&gt;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1579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add까지 했는데 빼고 싶다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2157984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--staged &lt;파일&gt;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메시지에 오타 (아직 공유 안 함)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2578608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--amend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299923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커밋을 취소하고 다시 만들고 싶다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2999232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41985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push해서 남도 보는 커밋을 되돌려야 한다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419856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중인데 급하게 다른 브랜치로 가야 한다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384048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61104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31520" y="426110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기능을 독립적으로 개발하고 싶다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0" y="4261104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+ checkout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681728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31520" y="46817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중 같은 부분을 다르게 고쳤다(충돌)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4681728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마커 수정 → add → commit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02352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31520" y="51023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버그를 언제, 누가 만들었는지 알고 싶다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5102352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blame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522976"/>
            <a:ext cx="11094415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31520" y="552297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릴리스 버전을 표시하고 싶다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5522976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51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2767</Words>
  <Application>Microsoft Office PowerPoint</Application>
  <PresentationFormat>와이드스크린</PresentationFormat>
  <Paragraphs>483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완전정복 — 하나의 시나리오로 배우는 모든 핵심 명령어</dc:title>
  <dc:subject>PptxGenJS Presentation</dc:subject>
  <dc:creator>최상길</dc:creator>
  <cp:lastModifiedBy>상길 최</cp:lastModifiedBy>
  <cp:revision>3</cp:revision>
  <dcterms:created xsi:type="dcterms:W3CDTF">2026-06-19T10:09:14Z</dcterms:created>
  <dcterms:modified xsi:type="dcterms:W3CDTF">2026-10-23T15:19:17Z</dcterms:modified>
</cp:coreProperties>
</file>
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3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&amp; GitHub 기본 사용법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만들기 · GitHub에 올리기 · 여러 PC에서 동기화하기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+ GitHub CLI(gh) 실습 정리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한눈에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↔ GitHub ↔ 다른 PC, 세 단계로 정리됩니다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22701" y="1490920"/>
            <a:ext cx="4755215" cy="1417320"/>
          </a:xfrm>
          <a:prstGeom prst="roundRect">
            <a:avLst>
              <a:gd name="adj" fmla="val 7742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222701" y="1628080"/>
            <a:ext cx="475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파일 만들기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22701" y="2176720"/>
            <a:ext cx="475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→ add → commit</a:t>
            </a:r>
            <a:endParaRPr lang="en-US" b="1" dirty="0"/>
          </a:p>
        </p:txBody>
      </p:sp>
      <p:sp>
        <p:nvSpPr>
          <p:cNvPr id="7" name="Text 5"/>
          <p:cNvSpPr txBox="1"/>
          <p:nvPr/>
        </p:nvSpPr>
        <p:spPr>
          <a:xfrm>
            <a:off x="3222701" y="2908240"/>
            <a:ext cx="475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22701" y="3274000"/>
            <a:ext cx="4755215" cy="1417320"/>
          </a:xfrm>
          <a:prstGeom prst="roundRect">
            <a:avLst>
              <a:gd name="adj" fmla="val 7742"/>
            </a:avLst>
          </a:prstGeom>
          <a:solidFill>
            <a:srgbClr val="FDEE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222701" y="3411160"/>
            <a:ext cx="475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GitHub에 올리기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22701" y="3959800"/>
            <a:ext cx="475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--push</a:t>
            </a:r>
            <a:endParaRPr lang="en-US" b="1" dirty="0"/>
          </a:p>
        </p:txBody>
      </p:sp>
      <p:sp>
        <p:nvSpPr>
          <p:cNvPr id="11" name="Text 9"/>
          <p:cNvSpPr txBox="1"/>
          <p:nvPr/>
        </p:nvSpPr>
        <p:spPr>
          <a:xfrm>
            <a:off x="3222701" y="4691320"/>
            <a:ext cx="475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22701" y="5057080"/>
            <a:ext cx="4755215" cy="1417320"/>
          </a:xfrm>
          <a:prstGeom prst="roundRect">
            <a:avLst>
              <a:gd name="adj" fmla="val 7742"/>
            </a:avLst>
          </a:prstGeom>
          <a:solidFill>
            <a:srgbClr val="EA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222701" y="5194240"/>
            <a:ext cx="475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다른 PC와 동기화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22701" y="5742880"/>
            <a:ext cx="475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clone(최초 1회) → pull/push(매번)</a:t>
            </a:r>
            <a:endParaRPr lang="en-US" b="1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파일 만들기 (git 저장소로 초기화)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git이 추적하는 저장소로 만드는 3단계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725912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프로젝트_폴더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                       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                       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</a:t>
            </a: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폴더를 git 저장소로 초기화 (숨김 폴더 .git 생성)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 </a:t>
            </a: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안의 모든 파일을 커밋 대상으로 등록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  </a:t>
            </a: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파일들을 하나의 버전(커밋)으로 기록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Git을 처음 쓰는 PC라면 커밋 전에 이름/이메일 설정이 필요합니다 → 다음 슬라이드 참고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1회 설정: 커밋 작성자 정보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"Please tell me who you are" 오류가 나올 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"본인이메일@example.com"
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"본인이름또는닉네임"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--global 옵션 → 이 PC의 모든 git 저장소에 공통 적용 (한 번만 하면 됨)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이메일은 GitHub 계정 이메일과 같은 것을 권장 (커밋 기록이 프로필에 연결됨)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자유롭게 설정 가능 — 커밋 기록에 "누가 작업했는지" 표시되는 이름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GitHub에 업로드하기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폴더 → 새 GitHub 저장소 생성 + 업로드를 한 번에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저장소이름 --private --source=. --remote=origin --push</a:t>
            </a:r>
            <a:endParaRPr lang="en-US" b="1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10725912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--private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비공개 저장소로 생성 (공개는 --public)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--source=.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폴더를 저장소 소스로 사용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--remote=origin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origin이라는 이름으로 GitHub 저장소 연결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--push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생성 직후 바로 업로드까지 실행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이미 git 저장소가 아닌 폴더라면 먼저 git init / add / commit부터 해야 합니다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다른 PC에서 받아오기 (clone)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GitHub에 있는 저장소를 새 PC의 로컬로 내려받기 — 최초 1회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92024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담을_부모_폴더
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계정명/저장소이름</a:t>
            </a:r>
            <a:endParaRPr lang="en-US" b="1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자주 하는 실수: 저장소 폴더 안에서 clone하면 폴더가 중첩됩니다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5180076" cy="2331720"/>
          </a:xfrm>
          <a:prstGeom prst="roundRect">
            <a:avLst>
              <a:gd name="adj" fmla="val 3137"/>
            </a:avLst>
          </a:prstGeom>
          <a:solidFill>
            <a:srgbClr val="FDEE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잘못된 예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77640"/>
            <a:ext cx="4814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3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...\LLM_Wiki_DataScience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5A3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.../LLM_Wiki_DataScience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5A3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5A3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...\LLM_Wiki_DataScience\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5A3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LLM_Wiki_DataScience\  ← 중첩!</a:t>
            </a:r>
            <a:endParaRPr lang="en-US" sz="1250" b="1" dirty="0"/>
          </a:p>
        </p:txBody>
      </p:sp>
      <p:sp>
        <p:nvSpPr>
          <p:cNvPr id="10" name="Shape 8"/>
          <p:cNvSpPr/>
          <p:nvPr/>
        </p:nvSpPr>
        <p:spPr>
          <a:xfrm>
            <a:off x="6277356" y="3429000"/>
            <a:ext cx="5180076" cy="2331720"/>
          </a:xfrm>
          <a:prstGeom prst="roundRect">
            <a:avLst>
              <a:gd name="adj" fmla="val 3137"/>
            </a:avLst>
          </a:prstGeom>
          <a:solidFill>
            <a:srgbClr val="EA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60236" y="35661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올바른 예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3977640"/>
            <a:ext cx="4814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...\LLM_Wikis   (부모 폴더)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1B4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.../LLM_Wiki_DataScience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1B4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1B4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...\LLM_Wikis\
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dirty="0">
                <a:solidFill>
                  <a:srgbClr val="1B4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LLM_Wiki_DataScience\  ← 정상</a:t>
            </a:r>
            <a:endParaRPr lang="en-US" sz="12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일상 동기화 루틴 (매번 반복)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PC, 어느 프로젝트든 순서는 항상 동일합니다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334751"/>
              </p:ext>
            </p:extLst>
          </p:nvPr>
        </p:nvGraphicFramePr>
        <p:xfrm>
          <a:off x="731520" y="1874520"/>
          <a:ext cx="10725912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순서</a:t>
                      </a:r>
                      <a:endParaRPr lang="en-US" sz="1600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명령</a:t>
                      </a:r>
                      <a:endParaRPr lang="en-US" sz="1600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600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① 작업 시작 전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 origin master</a:t>
                      </a:r>
                      <a:endParaRPr lang="en-US" sz="1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다른 PC에서 고친 최신 내용 받기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②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실행</a:t>
                      </a:r>
                      <a:endParaRPr lang="en-US" sz="1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Claude Code로 평소처럼 작업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③ 작업 끝난 후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</a:t>
                      </a:r>
                      <a:endParaRPr lang="en-US" sz="1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변경사항 등록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④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"..."</a:t>
                      </a:r>
                      <a:endParaRPr lang="en-US" sz="1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버전으로 기록 (하루 여러 번 가능)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⑤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 origin master</a:t>
                      </a:r>
                      <a:endParaRPr lang="en-US" sz="1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GitHub로 업로드</a:t>
                      </a:r>
                      <a:endParaRPr lang="en-US" sz="1800" b="1" dirty="0"/>
                    </a:p>
                  </a:txBody>
                  <a:tcPr marL="137160" marR="137160" marT="91440" marB="914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212080"/>
            <a:ext cx="10725912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53949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PC를 바꿔서 작업하기 전엔 반드시 pull, 작업이 끝나면 반드시 add → commit → push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확인하기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 뭐가 올라가 있는지, 로컬이 최신인지 확인하는 명령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075688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list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96312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계정의 GitHub 저장소 전체 목록 확인</a:t>
            </a:r>
            <a:endParaRPr lang="en-US" sz="1500" b="1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3172968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view 저장소이름 --web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93592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저장소를 브라우저로 바로 열기</a:t>
            </a:r>
            <a:endParaRPr lang="en-US" sz="1500" b="1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270248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90872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폴더가 어느 GitHub 저장소와 연결됐는지 확인</a:t>
            </a:r>
            <a:endParaRPr lang="en-US" sz="1500" b="1" dirty="0"/>
          </a:p>
        </p:txBody>
      </p:sp>
      <p:sp>
        <p:nvSpPr>
          <p:cNvPr id="13" name="Shape 11"/>
          <p:cNvSpPr/>
          <p:nvPr/>
        </p:nvSpPr>
        <p:spPr>
          <a:xfrm>
            <a:off x="731520" y="525780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5367528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788152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로컬이 GitHub와 동기화된 상태인지 확인 (up to date / ahead / behind)</a:t>
            </a:r>
            <a:endParaRPr lang="en-US" sz="15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만나는 오류와 해결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겪으면 당황스럽지만, 원인은 대부분 단순합니다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1148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오류 메시지</a:t>
                      </a:r>
                      <a:endParaRPr lang="en-US" sz="15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a git repository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.git 폴더가 없는 위치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올바른 폴더로 이동 또는 git init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Unable to add remote "origin"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origin이 이미 연결되어 있음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remote set-url origin 새주소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Please tell me who you are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커밋 작성자 정보 미설정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config --global user.name/email 설정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pathspec did not match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공백·괄호 포함 폴더명을 따옴표 없이 입력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폴더명을 큰따옴표로 감싸기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clone 폴더가 중첩됨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저장소 폴더 안에서 clone 실행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부모 폴더로 이동 후 다시 clone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640080" cy="8229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810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만들기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4028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→ git add . → git commit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640080" cy="8229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953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 올리기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38328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--private --source=. --remote=origin --push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640080" cy="8229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4114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PC에서 받기 (최초 1회)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2628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계정명/저장소이름  (부모 폴더에서 실행!)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257800"/>
            <a:ext cx="640080" cy="8229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5257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239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동기화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66928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→ 작업 → add → commit → push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806</Words>
  <Application>Microsoft Office PowerPoint</Application>
  <PresentationFormat>와이드스크린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상길 최</cp:lastModifiedBy>
  <cp:revision>3</cp:revision>
  <dcterms:created xsi:type="dcterms:W3CDTF">2026-09-20T10:27:13Z</dcterms:created>
  <dcterms:modified xsi:type="dcterms:W3CDTF">2026-09-20T10:36:45Z</dcterms:modified>
</cp:coreProperties>
</file>
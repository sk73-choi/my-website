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MAME 기본 사용법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버전(0.288~0.289) · 키보드 표준 조작키 기준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코인 넣기 &amp; 게임 시작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동전 넣기: 5번 키 (2인용 6번)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 시작: 1번 키 (2인용 2번)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방향키: 키보드 화살표(↑↓←→)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버튼: Ctrl / Alt / Space / Shift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(버튼1~4)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예시: 5를 여러 번 눌러 크레딧을 올린 뒤 1을 누르면 게임 시작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502920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9560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이어하기 (Continue)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CONTINUE? 표시 시 5번으로 코인 추가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 후 1번(1P Start)으로 이어하기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저장/불러오기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저장(Save): Shift + F7 → 슬롯 키 선택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불러오기(Load): F7 → 저장한 슬롯 키 선택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구형 기판은 세이브 스테이트 미지원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9776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420624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1330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기타 필수 조작키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47091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메뉴: Tab (입력/영상·음향/DIP)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 정지: 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종료: Esc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조절: ~ (틸드) + 방향키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14173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6676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요약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366760" y="2148840"/>
            <a:ext cx="3108960" cy="18288"/>
          </a:xfrm>
          <a:prstGeom prst="rect">
            <a:avLst/>
          </a:prstGeom>
          <a:solidFill>
            <a:srgbClr val="DCE5E0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331720"/>
            <a:ext cx="3108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5=코인, 1=시작 (2P는 6·2)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Shift+F7=저장, F7=불러오기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Tab=설정 메뉴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P=일시정지, Esc=종료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오버 시 5→1로 이어하기 가능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추가로 알아두면 좋은 기능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조작 외에 실전에서 자주 쓰는 확장 기능키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기능키 (F키)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F3: 게임 리셋 (소프트 리셋)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F4: 팔레트/그래픽 정보 보기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/ F9: 프레임 스킵 감소/증가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F10: 스로틀(정속 재생) 켜기/끄기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F11: 현재 FPS 표시 토글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F12: 스크린샷 저장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멀티플레이어 (3P·4P)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 코인/시작: 7번 / 3번 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 코인/시작: 8번 / 4번 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374904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397764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390448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· 치트 · 화면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4805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9번: 서비스 코인 (일부 기판 무료 크레딧)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서비스 모드 진입 (기판별 테스트 메뉴)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치트: mame.ini에서 cheat 옵션 활성화 +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.cht 파일 필요 (기본 비활성)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회전: Tab → Video Options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3F6F4"/>
          </a:solidFill>
          <a:ln w="9525">
            <a:solidFill>
              <a:srgbClr val="DCE5E0"/>
            </a:solidFill>
            <a:prstDash val="solid"/>
          </a:ln>
          <a:effectLst>
            <a:outerShdw sx="100000" sy="100000" kx="0" ky="0" algn="bl" rotWithShape="0" blurRad="50800" dist="25400" dir="5400000">
              <a:srgbClr val="9AA5A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645920"/>
            <a:ext cx="292608" cy="292608"/>
          </a:xfrm>
          <a:prstGeom prst="ellipse">
            <a:avLst/>
          </a:prstGeom>
          <a:solidFill>
            <a:srgbClr val="6E9B85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검색 &amp; 키 커스터마이징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08960" cy="18288"/>
          </a:xfrm>
          <a:prstGeom prst="rect">
            <a:avLst/>
          </a:prstGeom>
          <a:solidFill>
            <a:srgbClr val="DCE5E0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목록에서 문자 입력 시 해당 이름으로 즉시 검색/점프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메뉴의 Input (this Machine) 항목에서 게임별 키 매핑 커스터마이징 가능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366760" y="4572000"/>
            <a:ext cx="3108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6E9B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5029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게임별 키 매핑은 Tab 메뉴 안 Input 항목에서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개별적으로 조정할 수 있어 기종마다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배치를 최적화할 수 있습니다.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2026-08-05T08:15:38Z</dcterms:created>
  <dcterms:modified xsi:type="dcterms:W3CDTF">2026-08-05T08:15:38Z</dcterms:modified>
</cp:coreProperties>
</file>
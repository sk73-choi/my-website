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35C10-463F-4646-A1B6-3A5A93AE6F3A}" type="datetimeFigureOut">
              <a:rPr lang="en-US" altLang="ko-KR"/>
              <a:t>2026-08-19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5D7E10-55E3-E044-A4B2-8AF64DEAF930}" type="slidenum">
              <a:rPr lang="en-US" altLang="ko-KR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927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 HI-FI SYSTEM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542032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연결 · 설정 · 사용법 가이드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5786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  ·  Topping DX9 Discrete  ·  Genelec G2  ·  JBL 4305P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" y="4206240"/>
            <a:ext cx="2926080" cy="0"/>
          </a:xfrm>
          <a:prstGeom prst="line">
            <a:avLst/>
          </a:prstGeom>
          <a:noFill/>
          <a:ln w="19050">
            <a:solidFill>
              <a:srgbClr val="9C7A2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스트리밍(Tidal) · PC · 스마트폰 · PS4/PS5 소스 연결부터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foobar2000 · WiiM 앱 · Tidal 설정, 케이블/포트 정리까지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1536192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구성도 &amp; 신호 흐름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57984"/>
            <a:ext cx="507492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2322576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2322576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 필수 설정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507492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3108960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앱 룸 보정 &amp; 스피커 프로필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507492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3895344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3895344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 DX9 볼륨 모드 &amp; 출력 설정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517136"/>
            <a:ext cx="507492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4681728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4681728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스피커 전환 조작 순서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303520"/>
            <a:ext cx="507492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546811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34440" y="5468112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앱 설정 (스마트폰)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6089904"/>
            <a:ext cx="507492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989320" y="153619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75120" y="1536192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PC(Windows) 연결 — USB / 무선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89320" y="2157984"/>
            <a:ext cx="507492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989320" y="2322576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675120" y="2322576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연결 — USB / 무선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89320" y="2944368"/>
            <a:ext cx="507492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989320" y="310896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675120" y="3108960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 연결 (HDMI 오디오 추출기)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89320" y="3730752"/>
            <a:ext cx="507492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989320" y="3895344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675120" y="3895344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 연결 안내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89320" y="4517136"/>
            <a:ext cx="507492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989320" y="4681728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675120" y="4681728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케이블 · 포트 총정리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989320" y="5303520"/>
            <a:ext cx="507492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989320" y="546811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675120" y="5468112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 안전 체크리스트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989320" y="6089904"/>
            <a:ext cx="5074920" cy="0"/>
          </a:xfrm>
          <a:prstGeom prst="line">
            <a:avLst/>
          </a:prstGeom>
          <a:noFill/>
          <a:ln w="9525">
            <a:solidFill>
              <a:srgbClr val="E3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구성도 &amp; 신호 흐름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12648" y="2377440"/>
            <a:ext cx="26151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(Tidal 스트리밍 / PC / 스마트폰 / PS4·PS5)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794760" y="23774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904488" y="2377440"/>
            <a:ext cx="22951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(네트워크 스트리머 · 볼륨 100% 고정)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766560" y="23774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76288" y="2377440"/>
            <a:ext cx="22951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 DX9 Discrete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(DAC · 프리앰프, PRE 모드)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738360" y="237744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848088" y="2377440"/>
            <a:ext cx="21579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Genelec G2  /  JBL 4305P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(액티브 스피커)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37560" y="2948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9360" y="2948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281160" y="2948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케이블 구간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49884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 → WiiM Ultra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83280" y="449884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Wi-Fi(Tidal Connect/DLNA) · USB(PC/Mac 직결 시 DX9행) · Bluetooth/AirPlay(보조)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49194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 → DX9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383280" y="49194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동축(Coaxial) 케이블 권장 (임시: 광 Optical 케이블)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534009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→ Genelec G2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383280" y="534009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RCA OUT → G2 RCA IN (언밸런스)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576072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→ JBL 4305P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383280" y="57607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XLR OUT → 4305P Balanced XLR IN (밸런스)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18134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PC/Mac → DX9(직결)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383280" y="618134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A-to-B (또는 USB-C to B) 케이블 → DX9 USB 입력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WiiM Ultra 필수 설정 항목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04672" y="1792224"/>
            <a:ext cx="128016" cy="1499616"/>
          </a:xfrm>
          <a:prstGeom prst="roundRect">
            <a:avLst>
              <a:gd name="adj" fmla="val 50000"/>
            </a:avLst>
          </a:prstGeom>
          <a:solidFill>
            <a:srgbClr val="9C7A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51560" y="171907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 출력 (Audio Output)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157984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장치(Devices) → 톱니바퀴(설정) → 오디오 출력</a:t>
            </a:r>
            <a:endParaRPr lang="en-US" sz="13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동축 연결: Coaxial 선택 (정식 연결)</a:t>
            </a:r>
            <a:endParaRPr lang="en-US" sz="13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임시 광케이블: Optical 선택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36192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473952" y="1792224"/>
            <a:ext cx="128016" cy="1499616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720840" y="171907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볼륨 출력 (Fixed Volume Output)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2157984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반드시 ON(활성화)으로 설정</a:t>
            </a:r>
            <a:endParaRPr lang="en-US" sz="13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내부 디지털 볼륨 연산을 거치면 음질 손실 발생</a:t>
            </a:r>
            <a:endParaRPr lang="en-US" sz="13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볼륨은 100% 고정, 실제 크기 조절은 DX9 리모컨에서만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04672" y="4078224"/>
            <a:ext cx="128016" cy="1499616"/>
          </a:xfrm>
          <a:prstGeom prst="roundRect">
            <a:avLst>
              <a:gd name="adj" fmla="val 50000"/>
            </a:avLst>
          </a:prstGeom>
          <a:solidFill>
            <a:srgbClr val="2E7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51560" y="400507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해상도 설정 (Audio Resolution)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443984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→ 오디오 출력 → 해상도 설정</a:t>
            </a:r>
            <a:endParaRPr lang="en-US" sz="13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동축 연결: 24bit/192kHz 최대치 고정</a:t>
            </a:r>
            <a:endParaRPr lang="en-US" sz="13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광케이블: 192kHz 시도 → 끊기면 96kHz로 하향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822192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73952" y="4078224"/>
            <a:ext cx="128016" cy="1499616"/>
          </a:xfrm>
          <a:prstGeom prst="roundRect">
            <a:avLst>
              <a:gd name="adj" fmla="val 50000"/>
            </a:avLst>
          </a:prstGeom>
          <a:solidFill>
            <a:srgbClr val="3345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720840" y="400507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 모드 (Standby Mode)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4443984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→ 실행 시간(Standby Timeout)</a:t>
            </a:r>
            <a:endParaRPr lang="en-US" sz="13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Never(안 함) 또는 2시간 이상 권장</a:t>
            </a:r>
            <a:endParaRPr lang="en-US" sz="13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Connect 연결 안정성 향상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APP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룸 보정(Room Correction) &amp; 스피커별 프로필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스피커마다 물리 특성이 달라 반드시 각각 따로 측정·저장해야 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04672" y="2130552"/>
            <a:ext cx="530352" cy="530352"/>
          </a:xfrm>
          <a:prstGeom prst="ellipse">
            <a:avLst/>
          </a:prstGeom>
          <a:solidFill>
            <a:srgbClr val="F4ECD8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04672" y="21305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81328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Genelec G2 측정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301752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출력을 PRE RCA로 설정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장치 → 설정 → Room Correction 진입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청취 위치에서 스마트폰 마이크로 스캔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시 이름: "Genelec G2"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99432" y="2130552"/>
            <a:ext cx="530352" cy="530352"/>
          </a:xfrm>
          <a:prstGeom prst="ellipse">
            <a:avLst/>
          </a:prstGeom>
          <a:solidFill>
            <a:srgbClr val="F4ECD8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99432" y="21305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76088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JBL 4305P 측정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2880360"/>
            <a:ext cx="301752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출력을 PRE XLR로 변경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Measurement로 새 측정 시작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청취 위치에서 스캔 진행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시 이름: "JBL 4305P"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394192" y="2130552"/>
            <a:ext cx="530352" cy="530352"/>
          </a:xfrm>
          <a:prstGeom prst="ellipse">
            <a:avLst/>
          </a:prstGeom>
          <a:solidFill>
            <a:srgbClr val="F4ECD8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394192" y="21305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70848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 시 불러오기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2880360"/>
            <a:ext cx="301752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리모컨 OUT 버튼으로 단자 변경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앱 → Room Correction 목록 진입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스피커 프로필 터치 → 즉시 활성화</a:t>
            </a:r>
            <a:endParaRPr lang="en-US" sz="130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전 소음원(에어컨 등) 차단 권장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 DX9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DX9 볼륨 모드 — DAC vs PRE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FBEAE7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 쪽 설정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고정 볼륨(=DAC 모드 형태)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663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 조절 불가, 100% 디지털 원본 그대로 송출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 볼륨 연산에 의한 음질 열화(손실) 차단 목적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비트-퍼펙트(Bit-Perfect) 완성의 첫 단계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E3F1EF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629400" y="17373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 DX9 쪽 설정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0" y="202996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PRE(프리앰프) 모드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29400" y="2560320"/>
            <a:ext cx="4663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화면에 -dB(감쇠) 형태로 볼륨 표시, 리모컨으로 조절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액티브 스피커(G2/4305P) 사용 시 반드시 PRE 모드 필요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모드로 두면 100% 신호가 그대로 꽂혀 스피커·청력 손상 위험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11018520" cy="109728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-dB로 표시될까? '최대 신호(0dB)에서 얼마나 깎아내는가'를 나타내는 표준 표기법입니다. -50dB~-40dB처럼 충분히 낮춘 상태로 시작 후 서서히 올리는 것이 안전합니다.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 DX9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DX9 출력 단자 연결 (PRE RCA / PRE XLR)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04672" y="1746504"/>
            <a:ext cx="128016" cy="475488"/>
          </a:xfrm>
          <a:prstGeom prst="roundRect">
            <a:avLst>
              <a:gd name="adj" fmla="val 50000"/>
            </a:avLst>
          </a:prstGeom>
          <a:solidFill>
            <a:srgbClr val="2E7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51560" y="1709928"/>
            <a:ext cx="4480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Genelec G2 연결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6634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케이블: RCA 케이블 (언밸런스)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후면 "PRE RCA OUT" → G2 RCA IN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출력 모드: PRE RCA로 설정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RCA는 XLR보다 신호 전압이 낮아 상대적으로 안전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50876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611112" y="1746504"/>
            <a:ext cx="128016" cy="475488"/>
          </a:xfrm>
          <a:prstGeom prst="roundRect">
            <a:avLst>
              <a:gd name="adj" fmla="val 50000"/>
            </a:avLst>
          </a:prstGeom>
          <a:solidFill>
            <a:srgbClr val="9C7A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0" y="1709928"/>
            <a:ext cx="4480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JBL 4305P 연결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423160"/>
            <a:ext cx="46634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케이블: XLR 케이블 (밸런스)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후면 "PRE XLR OUT" → 4305P Balanced XLR IN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출력 모드: PRE XLR로 설정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LINE 출력 단자 아님! PRE 단자에만 연결(LINE은 볼륨 우회, 최대음량 고정 출력)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18520" cy="1005840"/>
          </a:xfrm>
          <a:prstGeom prst="roundRect">
            <a:avLst>
              <a:gd name="adj" fmla="val 7273"/>
            </a:avLst>
          </a:prstGeom>
          <a:solidFill>
            <a:srgbClr val="FBEAE7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68680" y="5029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볼륨 안전: XLR 연결은 RCA보다 신호 전압이 약 2배 높아 같은 볼륨 수치에서도 소리가 더 크게 납니다. G2 → 4305P 전환 시 DX9 볼륨을 -50dB~-60dB로 미리 낮춘 뒤 단자를 전환하세요.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스피커 전환 시 조작 순서 (3터치 요약)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947672" y="2011680"/>
            <a:ext cx="768096" cy="768096"/>
          </a:xfrm>
          <a:prstGeom prst="ellipse">
            <a:avLst/>
          </a:prstGeom>
          <a:solidFill>
            <a:srgbClr val="F4ECD8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947672" y="20116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리모컨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644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버튼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스피커 단자 선택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→ PRE RCA / 4305P → PRE XLR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(전환 전 볼륨 -50dB 이하로 낮추기)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33088" y="320040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742432" y="2011680"/>
            <a:ext cx="768096" cy="768096"/>
          </a:xfrm>
          <a:prstGeom prst="ellipse">
            <a:avLst/>
          </a:prstGeom>
          <a:solidFill>
            <a:srgbClr val="F4ECD8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742432" y="20116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43400" y="29718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43400" y="32644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음원 선택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17720" y="38404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/ Media Server / USB 라이브러리 등에서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듣고 싶은 곡 선택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27848" y="320040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138160" y="16916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537192" y="2011680"/>
            <a:ext cx="768096" cy="768096"/>
          </a:xfrm>
          <a:prstGeom prst="ellipse">
            <a:avLst/>
          </a:prstGeom>
          <a:solidFill>
            <a:srgbClr val="F4ECD8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537192" y="201168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C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38160" y="29718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38160" y="32644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Correction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412480" y="38404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스피커용으로 저장한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보정 프로필(Genelec G2 / JBL 4305P)을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터치하여 활성화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APP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Tidal 앱 설정 (스마트폰)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1709928"/>
            <a:ext cx="109728" cy="1289304"/>
          </a:xfrm>
          <a:prstGeom prst="roundRect">
            <a:avLst>
              <a:gd name="adj" fmla="val 50000"/>
            </a:avLst>
          </a:prstGeom>
          <a:solidFill>
            <a:srgbClr val="9C7A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05840" y="167335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오디오 품질 Max 고정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→ 설정 → Audio Quality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Streaming: Max (24bit/192kHz FLAC)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Cellular: Max 권장 (데이터 절약 시 High)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446520" y="1709928"/>
            <a:ext cx="109728" cy="1289304"/>
          </a:xfrm>
          <a:prstGeom prst="roundRect">
            <a:avLst>
              <a:gd name="adj" fmla="val 50000"/>
            </a:avLst>
          </a:prstGeom>
          <a:solidFill>
            <a:srgbClr val="2E7D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75120" y="167335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Tidal Connect로 WiiM Ultra 지정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1031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재생화면 스피커 아이콘 → 기기 목록에서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"WiiM Ultra (Tidal Connect)" 선택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블루투스/AirPlay 대신 반드시 이 방식 사용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77240" y="3630168"/>
            <a:ext cx="109728" cy="1289304"/>
          </a:xfrm>
          <a:prstGeom prst="roundRect">
            <a:avLst>
              <a:gd name="adj" fmla="val 50000"/>
            </a:avLst>
          </a:prstGeom>
          <a:solidFill>
            <a:srgbClr val="3345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359359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스마트폰 볼륨 버튼 무반응은 정상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0233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고정 볼륨 ON 시 폰 볼륨 버튼 무효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비트-퍼펙트 정상 작동 증거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소리 크기는 DX9 리모컨으로만 조절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4290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46520" y="3630168"/>
            <a:ext cx="109728" cy="128930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75120" y="359359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MQA 패스스루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40233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OFF(비활성화) 권장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메인 고음질이 FLAC으로 전환되어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꺼두어도 무방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· WINDOWS 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 연결 — 방법 1: USB 직결 (정석)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 케이블 · 포트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7393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A-to-B 케이블 (또는 PC가 USB-C면 C-to-B) · PC USB 포트 → DX9 후면 "USB" 입력 단자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2496312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&amp; Windows 설정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리모컨 IN 버튼 → 입력을 USB로 변경 (출력은 PRE RCA/XLR 유지)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토핑 공식 홈페이지에서 DX9 전용 ASIO 드라이버 설치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소리 설정 → 출력 장치를 "Topping USB Audio"로 선택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331720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92240" y="2496312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foobar2000 설정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926080"/>
            <a:ext cx="4800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Preferences(Ctrl+P) → Playback → Output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 "ASIO : TOPPING USB Audio Device" 우선 선택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시 대안: "WASAPI (exclusive) : 스피커(TOPPING USB Audio)"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18520" cy="1417320"/>
          </a:xfrm>
          <a:prstGeom prst="roundRect">
            <a:avLst>
              <a:gd name="adj" fmla="val 5161"/>
            </a:avLst>
          </a:prstGeom>
          <a:solidFill>
            <a:srgbClr val="E3F1EF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Tidal 앱 설정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458968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장치를 "TOPPING USB Audio"로 선택 → More settings → Use Exclusive Mode ON, Force Volume ON (볼륨 100% 고정, 조절은 DX9 리모컨으로)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· WINDOWS 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 연결 — 방법 2: WiiM 네트워크 스트리밍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PC와 오디오 장비 간 직접 케이블 연결 없이, 같은 공유기(Wi-Fi/유선 랜)에만 연결되어 있으면 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음악 파일 재생 (DLNA)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006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foobar2000에 "UPnP/DLNA Renderer"(Media Server) 컴포넌트 설치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Home 앱 → Browse → Media Server → 내 PC(foobar2000) 선택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Ultra가 무선으로 파일을 받아 DX9으로 전송 (동축 케이블 유지)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92240" y="203911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Tidal 앱 (Tidal Connect)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8006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재생화면 스피커 아이콘 클릭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"Tidal Connect" 구역에서 WiiM Ultra 선택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앱은 리모컨 역할, 음악 데이터는 WiiM이 직접 수신 → 음질 손실 없음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 연결 — USB 직결 &amp; 무선 스트리밍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1: USB 직결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30552"/>
            <a:ext cx="4800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케이블: USB-C to B 케이블 → Mac USB-C 포트 ↔ DX9 후면 USB 입력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입력을 USB로 변경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Command+Space → "오디오 MIDI 설정" 실행 → Topping DX9 선택 → 출력 포맷을 최대 샘플레이트로 변경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foobar2000(Mac): Settings → Output → Device에서 Topping DX9 선택 (별도 드라이버 불필요, Core Audio)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Tidal(Mac): Tidal 메뉴 → Settings → Streaming → Sound output = Topping DX9, More settings → Exclusive mode 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92240" y="169164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 2: 무선 네트워크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130552"/>
            <a:ext cx="4800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Mac에 Muso / Plex / MinimServer 등 UPnP·DLNA 미디어 서버 앱 설치 후 음악 폴더 지정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Home 앱 → Browse → Media Server에서 Mac 라이브러리 검색·재생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Tidal(Mac) 재생화면 스피커 아이콘 → WiiM Ultra 선택 (Tidal Connect)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앱은 리모컨 역할, WiiM이 직접 서버에서 음원 수신 → 음질 손실 없음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방법이든 볼륨 조절은 Mac이 아닌 DX9 리모컨(-dB)으로 수행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PS4 블루레이 연결 — HDMI 오디오 추출기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PS4는 오디오를 HDMI로만 출력하므로, HDMI 신호에서 소리만 분리하는 HDMI 오디오 추출기가 반드시 필요합니다.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848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 · HDMI 오디오 추출기 · HDMI 케이블 2개 · 광(TOSLINK) 케이블 · Topping DX9 · 액티브 스피커(G2/4305P)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51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23160" y="265176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2651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HDMI 오디오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0" y="26517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6517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/ 모니터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(HDMI OUT)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9260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29260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23160" y="3520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(Optical)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23160" y="384048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4ECD8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3840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Topping DX9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 IN)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92040" y="40233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349240" y="384048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E3F1E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3840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Genelec G2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JBL 4305P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 설정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04748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→ 사운드와 화면 → 오디오 출력 설정 → 주 출력 단자: HDMI 출력 / 오디오 포맷(우선): Linear PCM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6235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설정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59161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입력: OPT(또는 COAX) / 출력: PRE RCA(G2) 또는 PRE XLR(4305P) / 볼륨 -50dB부터 서서히 상향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595360" y="475488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BEAE7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48920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전원 필수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78240" y="521208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추출기 동봉 USB 전원 케이블을 PS4 전면 USB나 충전기에 연결해야 신호 끊김 없이 안정 작동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HDMI 오디오 추출기 추천 &amp; 임시 대안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560320"/>
          </a:xfrm>
          <a:prstGeom prst="roundRect">
            <a:avLst>
              <a:gd name="adj" fmla="val 2857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73352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제품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75688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 HDMI 2.0 오디오 추출기 (PV481) — 4K/60Hz, HDR, HDCP2.2 지원, 광+3.5mm 출력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라이트컴 COMS HDMI 4K 오디오 추출기 (BT162 등) — 소형, 가성비, 광출력 지원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 FW324 — 4K 패스스루 + 광출력, 현재 시스템에 적합 확인됨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349240" cy="2560320"/>
          </a:xfrm>
          <a:prstGeom prst="roundRect">
            <a:avLst>
              <a:gd name="adj" fmla="val 2857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73352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시 필수 체크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075688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전원 공급: 동봉 USB 케이블을 PS4 USB 포트나 충전기에 필수 연결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EDID/채널 스위치: 2CH 또는 PASS로 고정 (5.1CH 금지)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HDMI IN=PS4 신호 입구, HDMI OUT=모니터로 나가는 출구, Optical OUT=DX9행 오디오 출구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11018520" cy="1874520"/>
          </a:xfrm>
          <a:prstGeom prst="roundRect">
            <a:avLst>
              <a:gd name="adj" fmla="val 3902"/>
            </a:avLst>
          </a:prstGeom>
          <a:solidFill>
            <a:srgbClr val="E3F1EF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462272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추출기가 없을 때: 모니터 헤드폰 단자 임시 연결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846320"/>
            <a:ext cx="10149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 케이블: 3.5mm to RCA Y케이블 (JBL 4305P는 3.5mm to 3.5mm AUX 케이블도 가능)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연결: PS4-모니터 HDMI 연결 유지 → 모니터 후면 3.5mm 헤드폰 단자에 Y케이블 연결 → 반대쪽 RCA를 스피커 입력에 연결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한계: DX9을 거치지 않아 모니터 내장 저가 DAC 음질 (화이트노이즈 가능) / 볼륨은 모니터 자체 메뉴로 조절, 10~20 이하로 낮춰 시작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PS5 연결 안내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F7F8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PS4와 동일한 원리 적용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42416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PS5도 PS4와 마찬가지로 오디오 신호를 HDMI로만 출력하므로, HDMI 오디오 추출기를 거쳐 DX9으로 신호를 분리해야 합니다.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구조 동일: PS5 HDMI → 추출기 HDMI IN / 추출기 HDMI OUT → TV·모니터 / 추출기 Optical(광) OUT → DX9 OPT IN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PS5는 4K/HDR 및 고해상도 영상 신호를 사용하므로, 추출기 선택 시 4K 60Hz·HDR·HDCP 2.2~2.3 패스스루를 지원하는 모델(예: Coms PV481, COMS FW324 등 4K 대응 제품)을 사용하는 것이 안전합니다.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설정도 PS4와 동일: 입력 OPT(또는 COAX), 출력 PRE RCA(G2) / PRE XLR(4305P), 재생 시작 시 볼륨을 -50dB 부근으로 낮춘 후 서서히 상향합니다.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 [설정] → [사운드] → [오디오 출력]에서 출력 기기를 HDMI로, 오디오 포맷을 무손실 계열(예: Linear PCM/무압축)로 지정해 두면 추출기와 DX9으로 원음에 가까운 신호가 전달됩니다.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케이블 · 포트 총정리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704320" cy="420624"/>
          </a:xfrm>
          <a:prstGeom prst="rect">
            <a:avLst/>
          </a:prstGeom>
          <a:solidFill>
            <a:srgbClr val="F4EC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40480" y="1417320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케이블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12480" y="141732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포트/단자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1837944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소스(스트리밍) → WiiM Ultra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0" y="1837944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(무선, Tidal Connect/DLNA)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0" y="1837944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연결 (공유기)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235708"/>
            <a:ext cx="11704320" cy="39776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35708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PC/Mac → WiiM Ultra (무선)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40480" y="2235708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Wi-Fi/유선 랜 (동일 네트워크)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0" y="2235708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2633472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→ DX9 (직결)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840480" y="2633472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A-to-B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0" y="2633472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USB 포트 ↔ DX9 USB IN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031236"/>
            <a:ext cx="11704320" cy="39776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31236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→ DX9 (직결)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0" y="3031236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to B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12480" y="3031236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USB-C 포트 ↔ DX9 USB 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 → DX9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840480" y="3429000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동축(Coaxial) 케이블 (권장) / 광(Optical) 케이블 (임시)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3429000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COAX/OPT OUT ↔ DX9 COAX/OPT IN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3826764"/>
            <a:ext cx="11704320" cy="39776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826764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→ Genelec G2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840480" y="3826764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케이블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12480" y="3826764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PRE RCA OUT ↔ G2 RCA IN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4224528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→ JBL 4305P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840480" y="4224528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XLR 케이블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412480" y="4224528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PRE XLR OUT ↔ 4305P Balanced XLR IN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57200" y="4622292"/>
            <a:ext cx="11704320" cy="39776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622292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PS4/PS5 → 추출기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840480" y="4622292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HDMI 케이블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412480" y="4622292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PS4/PS5 HDMI ↔ 추출기 HDMI IN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5020056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추출기 → TV/모니터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840480" y="5020056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HDMI 케이블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412480" y="5020056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추출기 HDMI OUT ↔ TV/모니터 HDMI IN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57200" y="5417820"/>
            <a:ext cx="11704320" cy="39776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5417820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추출기 → DX9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840480" y="5417820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광(TOSLINK) 케이블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412480" y="5417820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추출기 Optical OUT ↔ DX9 OPT IN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48640" y="5815584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추출기 전원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3840480" y="5815584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전원 케이블(동봉)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412480" y="5815584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PS4/PS5 전면 USB 또는 충전기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57200" y="6213348"/>
            <a:ext cx="11704320" cy="39776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6213348"/>
            <a:ext cx="3108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(대안) 모니터 → 스피커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3840480" y="6213348"/>
            <a:ext cx="438912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3.5mm to RCA Y케이블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412480" y="6213348"/>
            <a:ext cx="3657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 헤드폰 단자 ↔ 스피커 RCA/AUX IN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볼륨 안전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4ECD8"/>
          </a:solidFill>
          <a:ln w="12700">
            <a:solidFill>
              <a:srgbClr val="9C7A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Ultra: Fixed Volume Output(고정 볼륨) 항상 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4ECD8"/>
          </a:solidFill>
          <a:ln w="12700">
            <a:solidFill>
              <a:srgbClr val="9C7A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22199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DX9: 반드시 PRE(프리앰프) 모드로 사용 (DAC 모드 금지)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BEAE7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43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843784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스피커 전원을 켜기 전, DX9 볼륨을 -50dB~-60dB로 낮춰둔다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6557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4ECD8"/>
          </a:solidFill>
          <a:ln w="12700">
            <a:solidFill>
              <a:srgbClr val="9C7A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65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46557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→ 4305P 전환 시 XLR 신호 전압이 더 높으므로 미리 볼륨을 추가로 낮춘다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08736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4ECD8"/>
          </a:solidFill>
          <a:ln w="12700">
            <a:solidFill>
              <a:srgbClr val="9C7A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87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0873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DX9 후면 PRE 단자와 LINE 단자를 혼동하지 않는다 (LINE은 볼륨 우회, 최대음량 고정)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BEAE7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7091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PS4/PS5 블루레이 재생 시작 전 -50dB 이하에서 시작해 서서히 상향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33095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4ECD8"/>
          </a:solidFill>
          <a:ln w="12700">
            <a:solidFill>
              <a:srgbClr val="9C7A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330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533095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소리 크기 조절은 항상 DX9 리모컨(-dB)으로만 수행 (소스 기기 볼륨 X)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WiiM Hi-Fi System Guide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17</Slides>
  <Notes>17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상길 최</cp:lastModifiedBy>
  <cp:revision>2</cp:revision>
  <dcterms:created xsi:type="dcterms:W3CDTF">2026-07-26T00:18:43Z</dcterms:created>
  <dcterms:modified xsi:type="dcterms:W3CDTF">2026-08-18T23:44:58Z</dcterms:modified>
</cp:coreProperties>
</file>